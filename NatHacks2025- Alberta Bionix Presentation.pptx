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4"/>
    <p:sldMasterId id="214748370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Quantico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22" Type="http://schemas.openxmlformats.org/officeDocument/2006/relationships/font" Target="fonts/Lato-boldItalic.fntdata"/><Relationship Id="rId21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Quantico-regular.fntdata"/><Relationship Id="rId14" Type="http://schemas.openxmlformats.org/officeDocument/2006/relationships/slide" Target="slides/slide8.xml"/><Relationship Id="rId17" Type="http://schemas.openxmlformats.org/officeDocument/2006/relationships/font" Target="fonts/Quantico-italic.fntdata"/><Relationship Id="rId16" Type="http://schemas.openxmlformats.org/officeDocument/2006/relationships/font" Target="fonts/Quantico-bold.fntdata"/><Relationship Id="rId19" Type="http://schemas.openxmlformats.org/officeDocument/2006/relationships/font" Target="fonts/Lato-regular.fntdata"/><Relationship Id="rId18" Type="http://schemas.openxmlformats.org/officeDocument/2006/relationships/font" Target="fonts/Quantic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a2036c234d_5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a2036c234d_5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a1c55c6df0_0_1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a1c55c6df0_0_1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a1c55c6df0_3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a1c55c6df0_3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a1c55c6df0_0_1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a1c55c6df0_0_1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a1c55c6df0_0_1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a1c55c6df0_0_1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a1c55c6df0_0_1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3a1c55c6df0_0_1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a1c55c6df0_0_10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a1c55c6df0_0_10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a2036c23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a2036c23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BLANK_16_1_1">
    <p:bg>
      <p:bgPr>
        <a:solidFill>
          <a:schemeClr val="lt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0" y="0"/>
            <a:ext cx="5440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5" name="Google Shape;55;p14"/>
          <p:cNvSpPr/>
          <p:nvPr/>
        </p:nvSpPr>
        <p:spPr>
          <a:xfrm>
            <a:off x="5440200" y="555250"/>
            <a:ext cx="3703800" cy="4588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6" name="Google Shape;56;p14"/>
          <p:cNvSpPr/>
          <p:nvPr/>
        </p:nvSpPr>
        <p:spPr>
          <a:xfrm>
            <a:off x="636875" y="563400"/>
            <a:ext cx="4803000" cy="4588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7" name="Google Shape;57;p14"/>
          <p:cNvSpPr txBox="1"/>
          <p:nvPr>
            <p:ph type="title"/>
          </p:nvPr>
        </p:nvSpPr>
        <p:spPr>
          <a:xfrm>
            <a:off x="876900" y="874250"/>
            <a:ext cx="4387500" cy="263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958450" y="4298625"/>
            <a:ext cx="20085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"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idx="1" type="subTitle"/>
          </p:nvPr>
        </p:nvSpPr>
        <p:spPr>
          <a:xfrm>
            <a:off x="411875" y="389750"/>
            <a:ext cx="2237100" cy="816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61" name="Google Shape;61;p15"/>
          <p:cNvSpPr txBox="1"/>
          <p:nvPr>
            <p:ph idx="2" type="subTitle"/>
          </p:nvPr>
        </p:nvSpPr>
        <p:spPr>
          <a:xfrm>
            <a:off x="3469838" y="218278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3" type="subTitle"/>
          </p:nvPr>
        </p:nvSpPr>
        <p:spPr>
          <a:xfrm>
            <a:off x="3469838" y="1064402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4" type="subTitle"/>
          </p:nvPr>
        </p:nvSpPr>
        <p:spPr>
          <a:xfrm>
            <a:off x="3469838" y="1923965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5" type="subTitle"/>
          </p:nvPr>
        </p:nvSpPr>
        <p:spPr>
          <a:xfrm>
            <a:off x="3469838" y="2810376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6" type="subTitle"/>
          </p:nvPr>
        </p:nvSpPr>
        <p:spPr>
          <a:xfrm>
            <a:off x="3469838" y="3646164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7" type="subTitle"/>
          </p:nvPr>
        </p:nvSpPr>
        <p:spPr>
          <a:xfrm>
            <a:off x="3469838" y="4530963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1_1_1_1_1_1">
    <p:bg>
      <p:bgPr>
        <a:solidFill>
          <a:schemeClr val="accent2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/>
          <p:nvPr/>
        </p:nvSpPr>
        <p:spPr>
          <a:xfrm>
            <a:off x="99900" y="99900"/>
            <a:ext cx="8944200" cy="493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9" name="Google Shape;69;p16"/>
          <p:cNvSpPr/>
          <p:nvPr/>
        </p:nvSpPr>
        <p:spPr>
          <a:xfrm>
            <a:off x="252300" y="252300"/>
            <a:ext cx="8639400" cy="463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0" name="Google Shape;70;p16"/>
          <p:cNvSpPr/>
          <p:nvPr/>
        </p:nvSpPr>
        <p:spPr>
          <a:xfrm>
            <a:off x="404700" y="404700"/>
            <a:ext cx="8334600" cy="432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557100" y="557100"/>
            <a:ext cx="8029800" cy="40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2" name="Google Shape;72;p16"/>
          <p:cNvSpPr txBox="1"/>
          <p:nvPr>
            <p:ph type="title"/>
          </p:nvPr>
        </p:nvSpPr>
        <p:spPr>
          <a:xfrm>
            <a:off x="941650" y="795275"/>
            <a:ext cx="2861400" cy="816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3" name="Google Shape;73;p16"/>
          <p:cNvSpPr txBox="1"/>
          <p:nvPr>
            <p:ph idx="2" type="title"/>
          </p:nvPr>
        </p:nvSpPr>
        <p:spPr>
          <a:xfrm>
            <a:off x="4399600" y="83542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4" name="Google Shape;74;p16"/>
          <p:cNvSpPr txBox="1"/>
          <p:nvPr>
            <p:ph idx="3" type="title"/>
          </p:nvPr>
        </p:nvSpPr>
        <p:spPr>
          <a:xfrm>
            <a:off x="6496050" y="83542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5" name="Google Shape;75;p16"/>
          <p:cNvSpPr txBox="1"/>
          <p:nvPr>
            <p:ph idx="4" type="title"/>
          </p:nvPr>
        </p:nvSpPr>
        <p:spPr>
          <a:xfrm>
            <a:off x="4385600" y="279757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6" name="Google Shape;76;p16"/>
          <p:cNvSpPr txBox="1"/>
          <p:nvPr>
            <p:ph idx="5" type="title"/>
          </p:nvPr>
        </p:nvSpPr>
        <p:spPr>
          <a:xfrm>
            <a:off x="6496050" y="279757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6" type="title"/>
          </p:nvPr>
        </p:nvSpPr>
        <p:spPr>
          <a:xfrm>
            <a:off x="4423700" y="137955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idx="7" type="title"/>
          </p:nvPr>
        </p:nvSpPr>
        <p:spPr>
          <a:xfrm>
            <a:off x="6562725" y="137955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9" name="Google Shape;79;p16"/>
          <p:cNvSpPr txBox="1"/>
          <p:nvPr>
            <p:ph idx="8" type="title"/>
          </p:nvPr>
        </p:nvSpPr>
        <p:spPr>
          <a:xfrm>
            <a:off x="4423700" y="334170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0" name="Google Shape;80;p16"/>
          <p:cNvSpPr txBox="1"/>
          <p:nvPr>
            <p:ph idx="9" type="title"/>
          </p:nvPr>
        </p:nvSpPr>
        <p:spPr>
          <a:xfrm>
            <a:off x="6562725" y="3341688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1" name="Google Shape;81;p16"/>
          <p:cNvSpPr txBox="1"/>
          <p:nvPr>
            <p:ph idx="13" type="title"/>
          </p:nvPr>
        </p:nvSpPr>
        <p:spPr>
          <a:xfrm>
            <a:off x="966700" y="1417525"/>
            <a:ext cx="2072700" cy="1705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1_1_1_1_1_1_1_1_1_1">
    <p:bg>
      <p:bgPr>
        <a:solidFill>
          <a:schemeClr val="dk2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/>
          <p:nvPr/>
        </p:nvSpPr>
        <p:spPr>
          <a:xfrm>
            <a:off x="5404500" y="-50"/>
            <a:ext cx="37395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0" y="1499700"/>
            <a:ext cx="9144000" cy="364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5404500" y="1499700"/>
            <a:ext cx="3739500" cy="36450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6" name="Google Shape;86;p17"/>
          <p:cNvSpPr txBox="1"/>
          <p:nvPr>
            <p:ph idx="1" type="subTitle"/>
          </p:nvPr>
        </p:nvSpPr>
        <p:spPr>
          <a:xfrm>
            <a:off x="5792075" y="1776150"/>
            <a:ext cx="2799600" cy="3092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87" name="Google Shape;87;p17"/>
          <p:cNvSpPr/>
          <p:nvPr>
            <p:ph idx="2" type="pic"/>
          </p:nvPr>
        </p:nvSpPr>
        <p:spPr>
          <a:xfrm>
            <a:off x="180150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88" name="Google Shape;88;p17"/>
          <p:cNvSpPr/>
          <p:nvPr>
            <p:ph idx="3" type="pic"/>
          </p:nvPr>
        </p:nvSpPr>
        <p:spPr>
          <a:xfrm>
            <a:off x="180150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89" name="Google Shape;89;p17"/>
          <p:cNvSpPr/>
          <p:nvPr>
            <p:ph idx="4" type="pic"/>
          </p:nvPr>
        </p:nvSpPr>
        <p:spPr>
          <a:xfrm>
            <a:off x="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90" name="Google Shape;90;p17"/>
          <p:cNvSpPr/>
          <p:nvPr>
            <p:ph idx="5" type="pic"/>
          </p:nvPr>
        </p:nvSpPr>
        <p:spPr>
          <a:xfrm>
            <a:off x="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91" name="Google Shape;91;p17"/>
          <p:cNvSpPr/>
          <p:nvPr>
            <p:ph idx="6" type="pic"/>
          </p:nvPr>
        </p:nvSpPr>
        <p:spPr>
          <a:xfrm>
            <a:off x="360300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92" name="Google Shape;92;p17"/>
          <p:cNvSpPr/>
          <p:nvPr>
            <p:ph idx="7" type="pic"/>
          </p:nvPr>
        </p:nvSpPr>
        <p:spPr>
          <a:xfrm>
            <a:off x="360300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3">
  <p:cSld name="BLANK_1_1_1_1_1_1_1_1_1_1_1_1"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/>
          <p:nvPr/>
        </p:nvSpPr>
        <p:spPr>
          <a:xfrm>
            <a:off x="5404500" y="-50"/>
            <a:ext cx="37395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0" y="1499700"/>
            <a:ext cx="9144000" cy="364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5404500" y="1499700"/>
            <a:ext cx="3739500" cy="36450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7" name="Google Shape;97;p18"/>
          <p:cNvSpPr txBox="1"/>
          <p:nvPr>
            <p:ph type="title"/>
          </p:nvPr>
        </p:nvSpPr>
        <p:spPr>
          <a:xfrm>
            <a:off x="5821575" y="1709925"/>
            <a:ext cx="2882700" cy="627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ato"/>
              <a:buNone/>
              <a:defRPr b="1" sz="24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98" name="Google Shape;98;p18"/>
          <p:cNvSpPr txBox="1"/>
          <p:nvPr>
            <p:ph idx="2" type="title"/>
          </p:nvPr>
        </p:nvSpPr>
        <p:spPr>
          <a:xfrm>
            <a:off x="516600" y="486575"/>
            <a:ext cx="3823500" cy="67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99" name="Google Shape;99;p18"/>
          <p:cNvSpPr txBox="1"/>
          <p:nvPr>
            <p:ph idx="1" type="subTitle"/>
          </p:nvPr>
        </p:nvSpPr>
        <p:spPr>
          <a:xfrm>
            <a:off x="5821575" y="2476500"/>
            <a:ext cx="2019900" cy="455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8"/>
          <p:cNvSpPr txBox="1"/>
          <p:nvPr>
            <p:ph idx="3" type="title"/>
          </p:nvPr>
        </p:nvSpPr>
        <p:spPr>
          <a:xfrm>
            <a:off x="5810125" y="3070875"/>
            <a:ext cx="2388600" cy="529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01" name="Google Shape;101;p18"/>
          <p:cNvSpPr txBox="1"/>
          <p:nvPr>
            <p:ph idx="4" type="subTitle"/>
          </p:nvPr>
        </p:nvSpPr>
        <p:spPr>
          <a:xfrm>
            <a:off x="5821575" y="3426050"/>
            <a:ext cx="2650500" cy="898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" name="Google Shape;102;p18"/>
          <p:cNvSpPr/>
          <p:nvPr>
            <p:ph idx="5" type="pic"/>
          </p:nvPr>
        </p:nvSpPr>
        <p:spPr>
          <a:xfrm>
            <a:off x="0" y="1502400"/>
            <a:ext cx="5404500" cy="3639600"/>
          </a:xfrm>
          <a:prstGeom prst="snip1Rect">
            <a:avLst>
              <a:gd fmla="val 16026" name="adj"/>
            </a:avLst>
          </a:prstGeom>
          <a:noFill/>
          <a:ln>
            <a:noFill/>
          </a:ln>
        </p:spPr>
      </p:sp>
      <p:sp>
        <p:nvSpPr>
          <p:cNvPr id="103" name="Google Shape;103;p18"/>
          <p:cNvSpPr txBox="1"/>
          <p:nvPr>
            <p:ph idx="6" type="subTitle"/>
          </p:nvPr>
        </p:nvSpPr>
        <p:spPr>
          <a:xfrm>
            <a:off x="5794900" y="4333425"/>
            <a:ext cx="2718300" cy="35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4" name="Google Shape;104;p18"/>
          <p:cNvSpPr txBox="1"/>
          <p:nvPr>
            <p:ph idx="7" type="subTitle"/>
          </p:nvPr>
        </p:nvSpPr>
        <p:spPr>
          <a:xfrm>
            <a:off x="5821575" y="4501450"/>
            <a:ext cx="2650500" cy="898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5 ">
  <p:cSld name="BLANK_1_1_1_1_1_1_1">
    <p:bg>
      <p:bgPr>
        <a:solidFill>
          <a:schemeClr val="accent5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/>
          <p:nvPr/>
        </p:nvSpPr>
        <p:spPr>
          <a:xfrm>
            <a:off x="731650" y="619550"/>
            <a:ext cx="8412300" cy="4525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07" name="Google Shape;107;p19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08" name="Google Shape;108;p19"/>
          <p:cNvSpPr txBox="1"/>
          <p:nvPr>
            <p:ph idx="2" type="title"/>
          </p:nvPr>
        </p:nvSpPr>
        <p:spPr>
          <a:xfrm>
            <a:off x="920550" y="1881950"/>
            <a:ext cx="5228400" cy="194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9" name="Google Shape;109;p19"/>
          <p:cNvSpPr txBox="1"/>
          <p:nvPr>
            <p:ph idx="1" type="subTitle"/>
          </p:nvPr>
        </p:nvSpPr>
        <p:spPr>
          <a:xfrm>
            <a:off x="920550" y="4518700"/>
            <a:ext cx="18174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6">
  <p:cSld name="BLANK_1_1_1_1_1_1_2">
    <p:bg>
      <p:bgPr>
        <a:solidFill>
          <a:schemeClr val="accent2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/>
          <p:nvPr/>
        </p:nvSpPr>
        <p:spPr>
          <a:xfrm>
            <a:off x="99900" y="99900"/>
            <a:ext cx="8944200" cy="493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2" name="Google Shape;112;p20"/>
          <p:cNvSpPr/>
          <p:nvPr/>
        </p:nvSpPr>
        <p:spPr>
          <a:xfrm>
            <a:off x="252300" y="252300"/>
            <a:ext cx="8639400" cy="463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3" name="Google Shape;113;p20"/>
          <p:cNvSpPr/>
          <p:nvPr/>
        </p:nvSpPr>
        <p:spPr>
          <a:xfrm>
            <a:off x="404700" y="404700"/>
            <a:ext cx="8334600" cy="432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4" name="Google Shape;114;p20"/>
          <p:cNvSpPr/>
          <p:nvPr/>
        </p:nvSpPr>
        <p:spPr>
          <a:xfrm>
            <a:off x="557100" y="560700"/>
            <a:ext cx="8029800" cy="40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5" name="Google Shape;115;p20"/>
          <p:cNvSpPr txBox="1"/>
          <p:nvPr>
            <p:ph type="title"/>
          </p:nvPr>
        </p:nvSpPr>
        <p:spPr>
          <a:xfrm>
            <a:off x="910650" y="1462775"/>
            <a:ext cx="7349400" cy="2513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16" name="Google Shape;116;p20"/>
          <p:cNvSpPr txBox="1"/>
          <p:nvPr>
            <p:ph idx="1" type="subTitle"/>
          </p:nvPr>
        </p:nvSpPr>
        <p:spPr>
          <a:xfrm>
            <a:off x="948750" y="4188925"/>
            <a:ext cx="18174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7" name="Google Shape;117;p20"/>
          <p:cNvSpPr txBox="1"/>
          <p:nvPr>
            <p:ph idx="2" type="title"/>
          </p:nvPr>
        </p:nvSpPr>
        <p:spPr>
          <a:xfrm>
            <a:off x="948750" y="930950"/>
            <a:ext cx="7311300" cy="315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7 ">
  <p:cSld name="CUSTOM_11">
    <p:bg>
      <p:bgPr>
        <a:solidFill>
          <a:schemeClr val="lt2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/>
          <p:nvPr/>
        </p:nvSpPr>
        <p:spPr>
          <a:xfrm>
            <a:off x="5444100" y="272835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20" name="Google Shape;120;p21"/>
          <p:cNvSpPr/>
          <p:nvPr/>
        </p:nvSpPr>
        <p:spPr>
          <a:xfrm>
            <a:off x="0" y="0"/>
            <a:ext cx="9144000" cy="4236000"/>
          </a:xfrm>
          <a:prstGeom prst="snip1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21" name="Google Shape;121;p21"/>
          <p:cNvSpPr/>
          <p:nvPr/>
        </p:nvSpPr>
        <p:spPr>
          <a:xfrm>
            <a:off x="5448300" y="69495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22" name="Google Shape;122;p21"/>
          <p:cNvSpPr/>
          <p:nvPr/>
        </p:nvSpPr>
        <p:spPr>
          <a:xfrm>
            <a:off x="5438163" y="4761750"/>
            <a:ext cx="2964175" cy="388625"/>
          </a:xfrm>
          <a:custGeom>
            <a:rect b="b" l="l" r="r" t="t"/>
            <a:pathLst>
              <a:path extrusionOk="0" h="15545" w="118567">
                <a:moveTo>
                  <a:pt x="0" y="15545"/>
                </a:moveTo>
                <a:lnTo>
                  <a:pt x="118567" y="15545"/>
                </a:lnTo>
                <a:lnTo>
                  <a:pt x="103022" y="0"/>
                </a:lnTo>
                <a:lnTo>
                  <a:pt x="30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3" name="Google Shape;123;p21"/>
          <p:cNvSpPr/>
          <p:nvPr/>
        </p:nvSpPr>
        <p:spPr>
          <a:xfrm>
            <a:off x="5437625" y="-10675"/>
            <a:ext cx="2971800" cy="708675"/>
          </a:xfrm>
          <a:custGeom>
            <a:rect b="b" l="l" r="r" t="t"/>
            <a:pathLst>
              <a:path extrusionOk="0" h="28347" w="118872">
                <a:moveTo>
                  <a:pt x="0" y="0"/>
                </a:moveTo>
                <a:lnTo>
                  <a:pt x="0" y="28347"/>
                </a:lnTo>
                <a:lnTo>
                  <a:pt x="118872" y="28347"/>
                </a:lnTo>
                <a:lnTo>
                  <a:pt x="118872" y="305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24" name="Google Shape;124;p21"/>
          <p:cNvSpPr txBox="1"/>
          <p:nvPr>
            <p:ph type="title"/>
          </p:nvPr>
        </p:nvSpPr>
        <p:spPr>
          <a:xfrm>
            <a:off x="931675" y="907075"/>
            <a:ext cx="4005900" cy="70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25" name="Google Shape;125;p21"/>
          <p:cNvSpPr txBox="1"/>
          <p:nvPr>
            <p:ph idx="2" type="title"/>
          </p:nvPr>
        </p:nvSpPr>
        <p:spPr>
          <a:xfrm>
            <a:off x="931675" y="1712050"/>
            <a:ext cx="4005900" cy="170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8 ">
  <p:cSld name="CUSTOM_12">
    <p:bg>
      <p:bgPr>
        <a:solidFill>
          <a:schemeClr val="accent5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/>
          <p:nvPr/>
        </p:nvSpPr>
        <p:spPr>
          <a:xfrm>
            <a:off x="0" y="0"/>
            <a:ext cx="9144000" cy="4236000"/>
          </a:xfrm>
          <a:prstGeom prst="snip1Rect">
            <a:avLst>
              <a:gd fmla="val 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28" name="Google Shape;128;p22"/>
          <p:cNvSpPr/>
          <p:nvPr/>
        </p:nvSpPr>
        <p:spPr>
          <a:xfrm>
            <a:off x="5596500" y="273140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29" name="Google Shape;129;p22"/>
          <p:cNvSpPr/>
          <p:nvPr/>
        </p:nvSpPr>
        <p:spPr>
          <a:xfrm>
            <a:off x="5587725" y="69800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30" name="Google Shape;130;p22"/>
          <p:cNvSpPr txBox="1"/>
          <p:nvPr>
            <p:ph type="title"/>
          </p:nvPr>
        </p:nvSpPr>
        <p:spPr>
          <a:xfrm>
            <a:off x="901475" y="907075"/>
            <a:ext cx="4695000" cy="86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1" name="Google Shape;131;p22"/>
          <p:cNvSpPr txBox="1"/>
          <p:nvPr>
            <p:ph idx="2" type="title"/>
          </p:nvPr>
        </p:nvSpPr>
        <p:spPr>
          <a:xfrm>
            <a:off x="930907" y="1836900"/>
            <a:ext cx="4005900" cy="1879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2" name="Google Shape;132;p22"/>
          <p:cNvSpPr/>
          <p:nvPr/>
        </p:nvSpPr>
        <p:spPr>
          <a:xfrm>
            <a:off x="5586750" y="-10675"/>
            <a:ext cx="2971800" cy="708675"/>
          </a:xfrm>
          <a:custGeom>
            <a:rect b="b" l="l" r="r" t="t"/>
            <a:pathLst>
              <a:path extrusionOk="0" h="28347" w="118872">
                <a:moveTo>
                  <a:pt x="0" y="0"/>
                </a:moveTo>
                <a:lnTo>
                  <a:pt x="0" y="28347"/>
                </a:lnTo>
                <a:lnTo>
                  <a:pt x="118872" y="28347"/>
                </a:lnTo>
                <a:lnTo>
                  <a:pt x="118872" y="30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sp>
        <p:nvSpPr>
          <p:cNvPr id="133" name="Google Shape;133;p22"/>
          <p:cNvSpPr/>
          <p:nvPr/>
        </p:nvSpPr>
        <p:spPr>
          <a:xfrm>
            <a:off x="5590563" y="4762500"/>
            <a:ext cx="2964175" cy="388625"/>
          </a:xfrm>
          <a:custGeom>
            <a:rect b="b" l="l" r="r" t="t"/>
            <a:pathLst>
              <a:path extrusionOk="0" h="15545" w="118567">
                <a:moveTo>
                  <a:pt x="0" y="15545"/>
                </a:moveTo>
                <a:lnTo>
                  <a:pt x="118567" y="15545"/>
                </a:lnTo>
                <a:lnTo>
                  <a:pt x="103022" y="0"/>
                </a:lnTo>
                <a:lnTo>
                  <a:pt x="305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BLANK_1_1_1_1_1_1_1_1_1_1_1_1_1_1_1_1_1">
    <p:bg>
      <p:bgPr>
        <a:solidFill>
          <a:schemeClr val="accent5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/>
          <p:nvPr/>
        </p:nvSpPr>
        <p:spPr>
          <a:xfrm>
            <a:off x="696050" y="619550"/>
            <a:ext cx="8448000" cy="4525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36" name="Google Shape;136;p23"/>
          <p:cNvSpPr/>
          <p:nvPr/>
        </p:nvSpPr>
        <p:spPr>
          <a:xfrm>
            <a:off x="4930700" y="619550"/>
            <a:ext cx="4213200" cy="4525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37" name="Google Shape;137;p23"/>
          <p:cNvSpPr/>
          <p:nvPr>
            <p:ph idx="2" type="pic"/>
          </p:nvPr>
        </p:nvSpPr>
        <p:spPr>
          <a:xfrm flipH="1">
            <a:off x="4930693" y="619550"/>
            <a:ext cx="21003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38" name="Google Shape;138;p23"/>
          <p:cNvSpPr txBox="1"/>
          <p:nvPr>
            <p:ph type="title"/>
          </p:nvPr>
        </p:nvSpPr>
        <p:spPr>
          <a:xfrm>
            <a:off x="929475" y="914400"/>
            <a:ext cx="3633000" cy="1077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9" name="Google Shape;139;p23"/>
          <p:cNvSpPr/>
          <p:nvPr>
            <p:ph idx="3" type="pic"/>
          </p:nvPr>
        </p:nvSpPr>
        <p:spPr>
          <a:xfrm flipH="1">
            <a:off x="696043" y="2125400"/>
            <a:ext cx="21291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40" name="Google Shape;140;p23"/>
          <p:cNvSpPr/>
          <p:nvPr>
            <p:ph idx="4" type="pic"/>
          </p:nvPr>
        </p:nvSpPr>
        <p:spPr>
          <a:xfrm flipH="1">
            <a:off x="4930693" y="3635300"/>
            <a:ext cx="21003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41" name="Google Shape;141;p23"/>
          <p:cNvSpPr txBox="1"/>
          <p:nvPr>
            <p:ph idx="5" type="title"/>
          </p:nvPr>
        </p:nvSpPr>
        <p:spPr>
          <a:xfrm>
            <a:off x="7243093" y="851546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42" name="Google Shape;142;p23"/>
          <p:cNvSpPr txBox="1"/>
          <p:nvPr>
            <p:ph idx="6" type="title"/>
          </p:nvPr>
        </p:nvSpPr>
        <p:spPr>
          <a:xfrm>
            <a:off x="3257860" y="2361757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43" name="Google Shape;143;p23"/>
          <p:cNvSpPr txBox="1"/>
          <p:nvPr>
            <p:ph idx="7" type="title"/>
          </p:nvPr>
        </p:nvSpPr>
        <p:spPr>
          <a:xfrm>
            <a:off x="7229582" y="3878226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44" name="Google Shape;144;p23"/>
          <p:cNvSpPr txBox="1"/>
          <p:nvPr>
            <p:ph idx="1" type="body"/>
          </p:nvPr>
        </p:nvSpPr>
        <p:spPr>
          <a:xfrm>
            <a:off x="3257120" y="2663823"/>
            <a:ext cx="15789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23"/>
          <p:cNvSpPr txBox="1"/>
          <p:nvPr>
            <p:ph idx="8" type="body"/>
          </p:nvPr>
        </p:nvSpPr>
        <p:spPr>
          <a:xfrm>
            <a:off x="7237317" y="4178575"/>
            <a:ext cx="17844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6" name="Google Shape;146;p23"/>
          <p:cNvSpPr txBox="1"/>
          <p:nvPr>
            <p:ph idx="9" type="body"/>
          </p:nvPr>
        </p:nvSpPr>
        <p:spPr>
          <a:xfrm>
            <a:off x="7246218" y="1157300"/>
            <a:ext cx="16800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4">
  <p:cSld name="CUSTOM_15">
    <p:bg>
      <p:bgPr>
        <a:solidFill>
          <a:schemeClr val="lt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4"/>
          <p:cNvPicPr preferRelativeResize="0"/>
          <p:nvPr/>
        </p:nvPicPr>
        <p:blipFill rotWithShape="1">
          <a:blip r:embed="rId2">
            <a:alphaModFix amt="10000"/>
          </a:blip>
          <a:srcRect b="0" l="789" r="12432" t="0"/>
          <a:stretch/>
        </p:blipFill>
        <p:spPr>
          <a:xfrm>
            <a:off x="0" y="-125"/>
            <a:ext cx="6696900" cy="51435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49" name="Google Shape;149;p24"/>
          <p:cNvSpPr txBox="1"/>
          <p:nvPr>
            <p:ph type="title"/>
          </p:nvPr>
        </p:nvSpPr>
        <p:spPr>
          <a:xfrm>
            <a:off x="7055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50" name="Google Shape;150;p24"/>
          <p:cNvSpPr txBox="1"/>
          <p:nvPr>
            <p:ph idx="2" type="title"/>
          </p:nvPr>
        </p:nvSpPr>
        <p:spPr>
          <a:xfrm>
            <a:off x="7055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51" name="Google Shape;151;p24"/>
          <p:cNvSpPr txBox="1"/>
          <p:nvPr>
            <p:ph idx="3" type="title"/>
          </p:nvPr>
        </p:nvSpPr>
        <p:spPr>
          <a:xfrm>
            <a:off x="34617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52" name="Google Shape;152;p24"/>
          <p:cNvSpPr txBox="1"/>
          <p:nvPr>
            <p:ph idx="4" type="title"/>
          </p:nvPr>
        </p:nvSpPr>
        <p:spPr>
          <a:xfrm>
            <a:off x="34617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53" name="Google Shape;153;p24"/>
          <p:cNvSpPr txBox="1"/>
          <p:nvPr>
            <p:ph idx="5" type="title"/>
          </p:nvPr>
        </p:nvSpPr>
        <p:spPr>
          <a:xfrm>
            <a:off x="62191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54" name="Google Shape;154;p24"/>
          <p:cNvSpPr txBox="1"/>
          <p:nvPr>
            <p:ph idx="6" type="title"/>
          </p:nvPr>
        </p:nvSpPr>
        <p:spPr>
          <a:xfrm>
            <a:off x="62191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55" name="Google Shape;155;p24"/>
          <p:cNvSpPr txBox="1"/>
          <p:nvPr>
            <p:ph idx="7" type="title"/>
          </p:nvPr>
        </p:nvSpPr>
        <p:spPr>
          <a:xfrm>
            <a:off x="430209" y="907725"/>
            <a:ext cx="6815400" cy="1038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700"/>
              <a:buNone/>
              <a:defRPr sz="37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9 ">
  <p:cSld name="BLANK_1_1_1_1_1_1_1_1_1_1_1_1_1_1_1_1_1_1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/>
          <p:nvPr/>
        </p:nvSpPr>
        <p:spPr>
          <a:xfrm>
            <a:off x="3400700" y="0"/>
            <a:ext cx="5742900" cy="1427100"/>
          </a:xfrm>
          <a:prstGeom prst="snip1Rect">
            <a:avLst>
              <a:gd fmla="val 2740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58" name="Google Shape;158;p25"/>
          <p:cNvSpPr txBox="1"/>
          <p:nvPr>
            <p:ph idx="1" type="subTitle"/>
          </p:nvPr>
        </p:nvSpPr>
        <p:spPr>
          <a:xfrm>
            <a:off x="3718425" y="402000"/>
            <a:ext cx="14595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59" name="Google Shape;159;p25"/>
          <p:cNvSpPr/>
          <p:nvPr/>
        </p:nvSpPr>
        <p:spPr>
          <a:xfrm>
            <a:off x="3400700" y="1427100"/>
            <a:ext cx="5742900" cy="1790400"/>
          </a:xfrm>
          <a:prstGeom prst="snip1Rect">
            <a:avLst>
              <a:gd fmla="val 2378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60" name="Google Shape;160;p25"/>
          <p:cNvSpPr/>
          <p:nvPr/>
        </p:nvSpPr>
        <p:spPr>
          <a:xfrm>
            <a:off x="3400700" y="3217500"/>
            <a:ext cx="5742900" cy="1924500"/>
          </a:xfrm>
          <a:prstGeom prst="snip1Rect">
            <a:avLst>
              <a:gd fmla="val 2219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61" name="Google Shape;161;p25"/>
          <p:cNvSpPr txBox="1"/>
          <p:nvPr>
            <p:ph idx="2" type="subTitle"/>
          </p:nvPr>
        </p:nvSpPr>
        <p:spPr>
          <a:xfrm>
            <a:off x="4249525" y="402000"/>
            <a:ext cx="4315800" cy="745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62" name="Google Shape;162;p25"/>
          <p:cNvSpPr txBox="1"/>
          <p:nvPr>
            <p:ph idx="3" type="subTitle"/>
          </p:nvPr>
        </p:nvSpPr>
        <p:spPr>
          <a:xfrm>
            <a:off x="3718425" y="1696338"/>
            <a:ext cx="14595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63" name="Google Shape;163;p25"/>
          <p:cNvSpPr txBox="1"/>
          <p:nvPr>
            <p:ph idx="4" type="subTitle"/>
          </p:nvPr>
        </p:nvSpPr>
        <p:spPr>
          <a:xfrm>
            <a:off x="4249525" y="1696338"/>
            <a:ext cx="18684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556500" y="531900"/>
            <a:ext cx="2714700" cy="1039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65" name="Google Shape;165;p25"/>
          <p:cNvSpPr/>
          <p:nvPr>
            <p:ph idx="5" type="pic"/>
          </p:nvPr>
        </p:nvSpPr>
        <p:spPr>
          <a:xfrm>
            <a:off x="75" y="2673275"/>
            <a:ext cx="3400800" cy="2471400"/>
          </a:xfrm>
          <a:prstGeom prst="snip1Rect">
            <a:avLst>
              <a:gd fmla="val 21231" name="adj"/>
            </a:avLst>
          </a:prstGeom>
          <a:noFill/>
          <a:ln>
            <a:noFill/>
          </a:ln>
        </p:spPr>
      </p:sp>
      <p:sp>
        <p:nvSpPr>
          <p:cNvPr id="166" name="Google Shape;166;p25"/>
          <p:cNvSpPr txBox="1"/>
          <p:nvPr>
            <p:ph idx="6" type="subTitle"/>
          </p:nvPr>
        </p:nvSpPr>
        <p:spPr>
          <a:xfrm>
            <a:off x="582450" y="1733025"/>
            <a:ext cx="2400600" cy="745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7" name="Google Shape;167;p25"/>
          <p:cNvSpPr txBox="1"/>
          <p:nvPr>
            <p:ph idx="7" type="subTitle"/>
          </p:nvPr>
        </p:nvSpPr>
        <p:spPr>
          <a:xfrm>
            <a:off x="3718450" y="3470325"/>
            <a:ext cx="3678300" cy="454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68" name="Google Shape;168;p25"/>
          <p:cNvSpPr txBox="1"/>
          <p:nvPr>
            <p:ph idx="8" type="subTitle"/>
          </p:nvPr>
        </p:nvSpPr>
        <p:spPr>
          <a:xfrm>
            <a:off x="3724200" y="3884675"/>
            <a:ext cx="5063100" cy="1039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69" name="Google Shape;169;p25"/>
          <p:cNvSpPr txBox="1"/>
          <p:nvPr>
            <p:ph idx="9" type="subTitle"/>
          </p:nvPr>
        </p:nvSpPr>
        <p:spPr>
          <a:xfrm>
            <a:off x="5999175" y="1696338"/>
            <a:ext cx="27873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0">
  <p:cSld name="BLANK_1_1_1_1_1_1_1_1_1_1_1_1_1_1_1_1_1_1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>
            <p:ph type="title"/>
          </p:nvPr>
        </p:nvSpPr>
        <p:spPr>
          <a:xfrm>
            <a:off x="508000" y="466750"/>
            <a:ext cx="3752700" cy="1868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72" name="Google Shape;172;p26"/>
          <p:cNvSpPr/>
          <p:nvPr>
            <p:ph idx="2" type="pic"/>
          </p:nvPr>
        </p:nvSpPr>
        <p:spPr>
          <a:xfrm>
            <a:off x="75" y="2673275"/>
            <a:ext cx="3014400" cy="24714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73" name="Google Shape;173;p26"/>
          <p:cNvSpPr/>
          <p:nvPr>
            <p:ph idx="3" type="pic"/>
          </p:nvPr>
        </p:nvSpPr>
        <p:spPr>
          <a:xfrm>
            <a:off x="5341625" y="-3800"/>
            <a:ext cx="3802500" cy="18993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174" name="Google Shape;174;p26"/>
          <p:cNvSpPr/>
          <p:nvPr/>
        </p:nvSpPr>
        <p:spPr>
          <a:xfrm>
            <a:off x="5341400" y="1709375"/>
            <a:ext cx="3802500" cy="3435300"/>
          </a:xfrm>
          <a:prstGeom prst="snip1Rect">
            <a:avLst>
              <a:gd fmla="val 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3014300" y="2673275"/>
            <a:ext cx="2327100" cy="2471400"/>
          </a:xfrm>
          <a:prstGeom prst="snip1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6" name="Google Shape;176;p26"/>
          <p:cNvSpPr txBox="1"/>
          <p:nvPr>
            <p:ph idx="1" type="subTitle"/>
          </p:nvPr>
        </p:nvSpPr>
        <p:spPr>
          <a:xfrm>
            <a:off x="3364075" y="3159975"/>
            <a:ext cx="1459500" cy="1868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77" name="Google Shape;177;p26"/>
          <p:cNvSpPr txBox="1"/>
          <p:nvPr>
            <p:ph idx="4" type="subTitle"/>
          </p:nvPr>
        </p:nvSpPr>
        <p:spPr>
          <a:xfrm>
            <a:off x="5794450" y="2073450"/>
            <a:ext cx="1459500" cy="1642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78" name="Google Shape;178;p26"/>
          <p:cNvSpPr txBox="1"/>
          <p:nvPr>
            <p:ph idx="5" type="subTitle"/>
          </p:nvPr>
        </p:nvSpPr>
        <p:spPr>
          <a:xfrm>
            <a:off x="7371675" y="2073450"/>
            <a:ext cx="1294500" cy="1642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79" name="Google Shape;179;p26"/>
          <p:cNvSpPr txBox="1"/>
          <p:nvPr>
            <p:ph idx="6" type="subTitle"/>
          </p:nvPr>
        </p:nvSpPr>
        <p:spPr>
          <a:xfrm>
            <a:off x="5794450" y="3940350"/>
            <a:ext cx="2831400" cy="917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1">
  <p:cSld name="BLANK_1_1_1_1_1_1_1_1_1_1_1_1_1_1_1">
    <p:bg>
      <p:bgPr>
        <a:solidFill>
          <a:schemeClr val="lt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 txBox="1"/>
          <p:nvPr>
            <p:ph idx="1" type="subTitle"/>
          </p:nvPr>
        </p:nvSpPr>
        <p:spPr>
          <a:xfrm>
            <a:off x="455153" y="1847050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2" name="Google Shape;182;p27"/>
          <p:cNvSpPr txBox="1"/>
          <p:nvPr>
            <p:ph idx="2" type="subTitle"/>
          </p:nvPr>
        </p:nvSpPr>
        <p:spPr>
          <a:xfrm>
            <a:off x="455153" y="2961963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3" name="Google Shape;183;p27"/>
          <p:cNvSpPr txBox="1"/>
          <p:nvPr>
            <p:ph idx="3" type="subTitle"/>
          </p:nvPr>
        </p:nvSpPr>
        <p:spPr>
          <a:xfrm>
            <a:off x="455146" y="3929375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4" name="Google Shape;184;p27"/>
          <p:cNvSpPr txBox="1"/>
          <p:nvPr>
            <p:ph idx="4" type="subTitle"/>
          </p:nvPr>
        </p:nvSpPr>
        <p:spPr>
          <a:xfrm>
            <a:off x="1781075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5" name="Google Shape;185;p27"/>
          <p:cNvSpPr txBox="1"/>
          <p:nvPr>
            <p:ph idx="5" type="subTitle"/>
          </p:nvPr>
        </p:nvSpPr>
        <p:spPr>
          <a:xfrm>
            <a:off x="3596300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6" name="Google Shape;186;p27"/>
          <p:cNvSpPr txBox="1"/>
          <p:nvPr>
            <p:ph idx="6" type="subTitle"/>
          </p:nvPr>
        </p:nvSpPr>
        <p:spPr>
          <a:xfrm>
            <a:off x="5411525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7" name="Google Shape;187;p27"/>
          <p:cNvSpPr txBox="1"/>
          <p:nvPr>
            <p:ph idx="7" type="subTitle"/>
          </p:nvPr>
        </p:nvSpPr>
        <p:spPr>
          <a:xfrm>
            <a:off x="7226750" y="1241375"/>
            <a:ext cx="1498800" cy="26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8" name="Google Shape;188;p27"/>
          <p:cNvSpPr txBox="1"/>
          <p:nvPr>
            <p:ph idx="8" type="subTitle"/>
          </p:nvPr>
        </p:nvSpPr>
        <p:spPr>
          <a:xfrm>
            <a:off x="19796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7"/>
          <p:cNvSpPr txBox="1"/>
          <p:nvPr>
            <p:ph idx="9" type="subTitle"/>
          </p:nvPr>
        </p:nvSpPr>
        <p:spPr>
          <a:xfrm>
            <a:off x="19796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27"/>
          <p:cNvSpPr txBox="1"/>
          <p:nvPr>
            <p:ph idx="13" type="subTitle"/>
          </p:nvPr>
        </p:nvSpPr>
        <p:spPr>
          <a:xfrm>
            <a:off x="19796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1" name="Google Shape;191;p27"/>
          <p:cNvSpPr txBox="1"/>
          <p:nvPr>
            <p:ph idx="14" type="subTitle"/>
          </p:nvPr>
        </p:nvSpPr>
        <p:spPr>
          <a:xfrm>
            <a:off x="38059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27"/>
          <p:cNvSpPr txBox="1"/>
          <p:nvPr>
            <p:ph idx="15" type="subTitle"/>
          </p:nvPr>
        </p:nvSpPr>
        <p:spPr>
          <a:xfrm>
            <a:off x="38059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27"/>
          <p:cNvSpPr txBox="1"/>
          <p:nvPr>
            <p:ph idx="16" type="subTitle"/>
          </p:nvPr>
        </p:nvSpPr>
        <p:spPr>
          <a:xfrm>
            <a:off x="38059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4" name="Google Shape;194;p27"/>
          <p:cNvSpPr txBox="1"/>
          <p:nvPr>
            <p:ph idx="17" type="subTitle"/>
          </p:nvPr>
        </p:nvSpPr>
        <p:spPr>
          <a:xfrm>
            <a:off x="56322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27"/>
          <p:cNvSpPr txBox="1"/>
          <p:nvPr>
            <p:ph idx="18" type="subTitle"/>
          </p:nvPr>
        </p:nvSpPr>
        <p:spPr>
          <a:xfrm>
            <a:off x="56322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6" name="Google Shape;196;p27"/>
          <p:cNvSpPr txBox="1"/>
          <p:nvPr>
            <p:ph idx="19" type="subTitle"/>
          </p:nvPr>
        </p:nvSpPr>
        <p:spPr>
          <a:xfrm>
            <a:off x="56322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" name="Google Shape;197;p27"/>
          <p:cNvSpPr txBox="1"/>
          <p:nvPr>
            <p:ph idx="20" type="subTitle"/>
          </p:nvPr>
        </p:nvSpPr>
        <p:spPr>
          <a:xfrm>
            <a:off x="74585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8" name="Google Shape;198;p27"/>
          <p:cNvSpPr txBox="1"/>
          <p:nvPr>
            <p:ph idx="21" type="subTitle"/>
          </p:nvPr>
        </p:nvSpPr>
        <p:spPr>
          <a:xfrm>
            <a:off x="74585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9" name="Google Shape;199;p27"/>
          <p:cNvSpPr txBox="1"/>
          <p:nvPr>
            <p:ph idx="22" type="subTitle"/>
          </p:nvPr>
        </p:nvSpPr>
        <p:spPr>
          <a:xfrm>
            <a:off x="74585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0" name="Google Shape;200;p27"/>
          <p:cNvSpPr txBox="1"/>
          <p:nvPr>
            <p:ph type="title"/>
          </p:nvPr>
        </p:nvSpPr>
        <p:spPr>
          <a:xfrm>
            <a:off x="452621" y="455239"/>
            <a:ext cx="6964800" cy="651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2">
  <p:cSld name="CUSTOM_14">
    <p:bg>
      <p:bgPr>
        <a:solidFill>
          <a:schemeClr val="lt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8"/>
          <p:cNvSpPr txBox="1"/>
          <p:nvPr>
            <p:ph type="title"/>
          </p:nvPr>
        </p:nvSpPr>
        <p:spPr>
          <a:xfrm>
            <a:off x="966625" y="1926200"/>
            <a:ext cx="15897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03" name="Google Shape;203;p28"/>
          <p:cNvSpPr txBox="1"/>
          <p:nvPr>
            <p:ph idx="2" type="title"/>
          </p:nvPr>
        </p:nvSpPr>
        <p:spPr>
          <a:xfrm>
            <a:off x="2768150" y="1926200"/>
            <a:ext cx="15189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04" name="Google Shape;204;p28"/>
          <p:cNvSpPr txBox="1"/>
          <p:nvPr>
            <p:ph idx="3" type="title"/>
          </p:nvPr>
        </p:nvSpPr>
        <p:spPr>
          <a:xfrm>
            <a:off x="4609425" y="1926200"/>
            <a:ext cx="16200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05" name="Google Shape;205;p28"/>
          <p:cNvSpPr txBox="1"/>
          <p:nvPr>
            <p:ph idx="4" type="title"/>
          </p:nvPr>
        </p:nvSpPr>
        <p:spPr>
          <a:xfrm>
            <a:off x="2876400" y="405315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6" name="Google Shape;206;p28"/>
          <p:cNvSpPr txBox="1"/>
          <p:nvPr>
            <p:ph idx="5" type="title"/>
          </p:nvPr>
        </p:nvSpPr>
        <p:spPr>
          <a:xfrm>
            <a:off x="6564575" y="405315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7" name="Google Shape;207;p28"/>
          <p:cNvSpPr txBox="1"/>
          <p:nvPr>
            <p:ph idx="6" type="title"/>
          </p:nvPr>
        </p:nvSpPr>
        <p:spPr>
          <a:xfrm>
            <a:off x="966625" y="2228000"/>
            <a:ext cx="12945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8" name="Google Shape;208;p28"/>
          <p:cNvSpPr txBox="1"/>
          <p:nvPr>
            <p:ph idx="7" type="title"/>
          </p:nvPr>
        </p:nvSpPr>
        <p:spPr>
          <a:xfrm>
            <a:off x="2768161" y="2228000"/>
            <a:ext cx="12945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9" name="Google Shape;209;p28"/>
          <p:cNvSpPr txBox="1"/>
          <p:nvPr>
            <p:ph idx="8" type="title"/>
          </p:nvPr>
        </p:nvSpPr>
        <p:spPr>
          <a:xfrm>
            <a:off x="4609425" y="222800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0" name="Google Shape;210;p28"/>
          <p:cNvSpPr txBox="1"/>
          <p:nvPr>
            <p:ph idx="9" type="title"/>
          </p:nvPr>
        </p:nvSpPr>
        <p:spPr>
          <a:xfrm>
            <a:off x="6437300" y="1926200"/>
            <a:ext cx="13767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11" name="Google Shape;211;p28"/>
          <p:cNvSpPr txBox="1"/>
          <p:nvPr>
            <p:ph idx="13" type="title"/>
          </p:nvPr>
        </p:nvSpPr>
        <p:spPr>
          <a:xfrm>
            <a:off x="6437293" y="2228000"/>
            <a:ext cx="12444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2" name="Google Shape;212;p28"/>
          <p:cNvSpPr txBox="1"/>
          <p:nvPr>
            <p:ph idx="14" type="title"/>
          </p:nvPr>
        </p:nvSpPr>
        <p:spPr>
          <a:xfrm>
            <a:off x="474675" y="467679"/>
            <a:ext cx="3593100" cy="1008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3">
  <p:cSld name="BLANK_1_1_1_1_1_1_1_1_1_1_1_1_1_1_2">
    <p:bg>
      <p:bgPr>
        <a:solidFill>
          <a:schemeClr val="lt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/>
          <p:nvPr/>
        </p:nvSpPr>
        <p:spPr>
          <a:xfrm>
            <a:off x="2070256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15" name="Google Shape;215;p29"/>
          <p:cNvSpPr/>
          <p:nvPr/>
        </p:nvSpPr>
        <p:spPr>
          <a:xfrm>
            <a:off x="847072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16" name="Google Shape;216;p29"/>
          <p:cNvSpPr/>
          <p:nvPr/>
        </p:nvSpPr>
        <p:spPr>
          <a:xfrm>
            <a:off x="203824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17" name="Google Shape;217;p29"/>
          <p:cNvSpPr/>
          <p:nvPr/>
        </p:nvSpPr>
        <p:spPr>
          <a:xfrm>
            <a:off x="0" y="432050"/>
            <a:ext cx="4665600" cy="4689000"/>
          </a:xfrm>
          <a:prstGeom prst="snip1Rect">
            <a:avLst>
              <a:gd fmla="val 1153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18" name="Google Shape;218;p29"/>
          <p:cNvSpPr txBox="1"/>
          <p:nvPr>
            <p:ph type="title"/>
          </p:nvPr>
        </p:nvSpPr>
        <p:spPr>
          <a:xfrm>
            <a:off x="443725" y="920775"/>
            <a:ext cx="3730500" cy="1095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19" name="Google Shape;219;p29"/>
          <p:cNvSpPr/>
          <p:nvPr/>
        </p:nvSpPr>
        <p:spPr>
          <a:xfrm>
            <a:off x="24725" y="2393073"/>
            <a:ext cx="9144000" cy="2750400"/>
          </a:xfrm>
          <a:prstGeom prst="snip1Rect">
            <a:avLst>
              <a:gd fmla="val 15953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20" name="Google Shape;220;p29"/>
          <p:cNvSpPr/>
          <p:nvPr/>
        </p:nvSpPr>
        <p:spPr>
          <a:xfrm>
            <a:off x="0" y="2393075"/>
            <a:ext cx="3186600" cy="275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21" name="Google Shape;221;p29"/>
          <p:cNvSpPr txBox="1"/>
          <p:nvPr>
            <p:ph idx="2" type="title"/>
          </p:nvPr>
        </p:nvSpPr>
        <p:spPr>
          <a:xfrm>
            <a:off x="507250" y="2657169"/>
            <a:ext cx="2344800" cy="44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2" name="Google Shape;222;p29"/>
          <p:cNvSpPr txBox="1"/>
          <p:nvPr>
            <p:ph idx="3" type="title"/>
          </p:nvPr>
        </p:nvSpPr>
        <p:spPr>
          <a:xfrm>
            <a:off x="454725" y="1387875"/>
            <a:ext cx="3109200" cy="70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3" name="Google Shape;223;p29"/>
          <p:cNvSpPr txBox="1"/>
          <p:nvPr>
            <p:ph idx="4" type="title"/>
          </p:nvPr>
        </p:nvSpPr>
        <p:spPr>
          <a:xfrm>
            <a:off x="507250" y="3648688"/>
            <a:ext cx="21378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4" name="Google Shape;224;p29"/>
          <p:cNvSpPr txBox="1"/>
          <p:nvPr>
            <p:ph idx="5" type="title"/>
          </p:nvPr>
        </p:nvSpPr>
        <p:spPr>
          <a:xfrm>
            <a:off x="507250" y="3960850"/>
            <a:ext cx="2242500" cy="70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5" name="Google Shape;225;p29"/>
          <p:cNvSpPr txBox="1"/>
          <p:nvPr>
            <p:ph idx="6" type="title"/>
          </p:nvPr>
        </p:nvSpPr>
        <p:spPr>
          <a:xfrm>
            <a:off x="507250" y="2950200"/>
            <a:ext cx="2242500" cy="64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6" name="Google Shape;226;p29"/>
          <p:cNvSpPr txBox="1"/>
          <p:nvPr>
            <p:ph idx="7" type="title"/>
          </p:nvPr>
        </p:nvSpPr>
        <p:spPr>
          <a:xfrm>
            <a:off x="5654225" y="2657175"/>
            <a:ext cx="9612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7" name="Google Shape;227;p29"/>
          <p:cNvSpPr txBox="1"/>
          <p:nvPr>
            <p:ph idx="8" type="title"/>
          </p:nvPr>
        </p:nvSpPr>
        <p:spPr>
          <a:xfrm>
            <a:off x="7295800" y="2657175"/>
            <a:ext cx="11091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8" name="Google Shape;228;p29"/>
          <p:cNvSpPr txBox="1"/>
          <p:nvPr>
            <p:ph idx="9" type="title"/>
          </p:nvPr>
        </p:nvSpPr>
        <p:spPr>
          <a:xfrm>
            <a:off x="3958525" y="2657175"/>
            <a:ext cx="10035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9" name="Google Shape;229;p29"/>
          <p:cNvSpPr txBox="1"/>
          <p:nvPr>
            <p:ph idx="13" type="title"/>
          </p:nvPr>
        </p:nvSpPr>
        <p:spPr>
          <a:xfrm>
            <a:off x="3477950" y="3170975"/>
            <a:ext cx="1583400" cy="64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30" name="Google Shape;230;p29"/>
          <p:cNvSpPr txBox="1"/>
          <p:nvPr>
            <p:ph idx="14" type="title"/>
          </p:nvPr>
        </p:nvSpPr>
        <p:spPr>
          <a:xfrm>
            <a:off x="5156125" y="3170975"/>
            <a:ext cx="15516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31" name="Google Shape;231;p29"/>
          <p:cNvSpPr txBox="1"/>
          <p:nvPr>
            <p:ph idx="15" type="title"/>
          </p:nvPr>
        </p:nvSpPr>
        <p:spPr>
          <a:xfrm>
            <a:off x="6837850" y="3170975"/>
            <a:ext cx="2022000" cy="1596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32" name="Google Shape;232;p29"/>
          <p:cNvSpPr txBox="1"/>
          <p:nvPr>
            <p:ph idx="16" type="title"/>
          </p:nvPr>
        </p:nvSpPr>
        <p:spPr>
          <a:xfrm>
            <a:off x="3624875" y="4016425"/>
            <a:ext cx="1436400" cy="75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33" name="Google Shape;233;p29"/>
          <p:cNvSpPr txBox="1"/>
          <p:nvPr>
            <p:ph idx="17" type="title"/>
          </p:nvPr>
        </p:nvSpPr>
        <p:spPr>
          <a:xfrm>
            <a:off x="5303050" y="4016425"/>
            <a:ext cx="1404600" cy="75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4">
  <p:cSld name="CUSTOM_5_1">
    <p:bg>
      <p:bgPr>
        <a:solidFill>
          <a:schemeClr val="l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"/>
          <p:cNvSpPr/>
          <p:nvPr/>
        </p:nvSpPr>
        <p:spPr>
          <a:xfrm>
            <a:off x="1067025" y="437190"/>
            <a:ext cx="7197300" cy="38658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36" name="Google Shape;236;p30"/>
          <p:cNvSpPr/>
          <p:nvPr/>
        </p:nvSpPr>
        <p:spPr>
          <a:xfrm>
            <a:off x="1491600" y="1330871"/>
            <a:ext cx="7197300" cy="36744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37" name="Google Shape;237;p30"/>
          <p:cNvSpPr/>
          <p:nvPr/>
        </p:nvSpPr>
        <p:spPr>
          <a:xfrm>
            <a:off x="114875" y="875230"/>
            <a:ext cx="7197300" cy="39771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38" name="Google Shape;238;p30"/>
          <p:cNvSpPr/>
          <p:nvPr/>
        </p:nvSpPr>
        <p:spPr>
          <a:xfrm>
            <a:off x="-8050" y="432050"/>
            <a:ext cx="3686700" cy="4689000"/>
          </a:xfrm>
          <a:prstGeom prst="snip1Rect">
            <a:avLst>
              <a:gd fmla="val 1153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39" name="Google Shape;239;p30"/>
          <p:cNvSpPr txBox="1"/>
          <p:nvPr>
            <p:ph type="title"/>
          </p:nvPr>
        </p:nvSpPr>
        <p:spPr>
          <a:xfrm>
            <a:off x="451900" y="843775"/>
            <a:ext cx="29682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40" name="Google Shape;240;p30"/>
          <p:cNvSpPr txBox="1"/>
          <p:nvPr>
            <p:ph idx="1" type="subTitle"/>
          </p:nvPr>
        </p:nvSpPr>
        <p:spPr>
          <a:xfrm>
            <a:off x="478650" y="2476500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1" name="Google Shape;241;p30"/>
          <p:cNvSpPr txBox="1"/>
          <p:nvPr>
            <p:ph idx="2" type="title"/>
          </p:nvPr>
        </p:nvSpPr>
        <p:spPr>
          <a:xfrm>
            <a:off x="488175" y="2044800"/>
            <a:ext cx="14520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2" name="Google Shape;242;p30"/>
          <p:cNvSpPr txBox="1"/>
          <p:nvPr>
            <p:ph idx="3" type="subTitle"/>
          </p:nvPr>
        </p:nvSpPr>
        <p:spPr>
          <a:xfrm>
            <a:off x="2102625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3" name="Google Shape;243;p30"/>
          <p:cNvSpPr txBox="1"/>
          <p:nvPr>
            <p:ph idx="4" type="title"/>
          </p:nvPr>
        </p:nvSpPr>
        <p:spPr>
          <a:xfrm>
            <a:off x="2102625" y="2044800"/>
            <a:ext cx="15825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4" name="Google Shape;244;p30"/>
          <p:cNvSpPr txBox="1"/>
          <p:nvPr>
            <p:ph idx="5" type="subTitle"/>
          </p:nvPr>
        </p:nvSpPr>
        <p:spPr>
          <a:xfrm>
            <a:off x="3875050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p30"/>
          <p:cNvSpPr txBox="1"/>
          <p:nvPr>
            <p:ph idx="6" type="title"/>
          </p:nvPr>
        </p:nvSpPr>
        <p:spPr>
          <a:xfrm>
            <a:off x="3875051" y="2044800"/>
            <a:ext cx="15579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6" name="Google Shape;246;p30"/>
          <p:cNvSpPr txBox="1"/>
          <p:nvPr>
            <p:ph idx="7" type="subTitle"/>
          </p:nvPr>
        </p:nvSpPr>
        <p:spPr>
          <a:xfrm>
            <a:off x="5618263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30"/>
          <p:cNvSpPr txBox="1"/>
          <p:nvPr>
            <p:ph idx="8" type="title"/>
          </p:nvPr>
        </p:nvSpPr>
        <p:spPr>
          <a:xfrm>
            <a:off x="5618275" y="2044800"/>
            <a:ext cx="15579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8" name="Google Shape;248;p30"/>
          <p:cNvSpPr txBox="1"/>
          <p:nvPr>
            <p:ph idx="9" type="subTitle"/>
          </p:nvPr>
        </p:nvSpPr>
        <p:spPr>
          <a:xfrm>
            <a:off x="7354438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30"/>
          <p:cNvSpPr txBox="1"/>
          <p:nvPr>
            <p:ph idx="13" type="title"/>
          </p:nvPr>
        </p:nvSpPr>
        <p:spPr>
          <a:xfrm>
            <a:off x="7354449" y="2044799"/>
            <a:ext cx="17976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0" name="Google Shape;250;p30"/>
          <p:cNvSpPr txBox="1"/>
          <p:nvPr>
            <p:ph idx="14" type="subTitle"/>
          </p:nvPr>
        </p:nvSpPr>
        <p:spPr>
          <a:xfrm>
            <a:off x="478650" y="3104100"/>
            <a:ext cx="1452000" cy="61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1" name="Google Shape;251;p30"/>
          <p:cNvSpPr txBox="1"/>
          <p:nvPr>
            <p:ph idx="15" type="subTitle"/>
          </p:nvPr>
        </p:nvSpPr>
        <p:spPr>
          <a:xfrm>
            <a:off x="2102625" y="3104100"/>
            <a:ext cx="1582500" cy="64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2" name="Google Shape;252;p30"/>
          <p:cNvSpPr txBox="1"/>
          <p:nvPr>
            <p:ph idx="16" type="subTitle"/>
          </p:nvPr>
        </p:nvSpPr>
        <p:spPr>
          <a:xfrm>
            <a:off x="5618275" y="3104109"/>
            <a:ext cx="12384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3" name="Google Shape;253;p30"/>
          <p:cNvSpPr txBox="1"/>
          <p:nvPr>
            <p:ph idx="17" type="subTitle"/>
          </p:nvPr>
        </p:nvSpPr>
        <p:spPr>
          <a:xfrm>
            <a:off x="7354450" y="3104109"/>
            <a:ext cx="12384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" name="Google Shape;254;p30"/>
          <p:cNvSpPr txBox="1"/>
          <p:nvPr>
            <p:ph idx="18" type="subTitle"/>
          </p:nvPr>
        </p:nvSpPr>
        <p:spPr>
          <a:xfrm>
            <a:off x="625400" y="3960650"/>
            <a:ext cx="11397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5" name="Google Shape;255;p30"/>
          <p:cNvSpPr txBox="1"/>
          <p:nvPr>
            <p:ph idx="19" type="subTitle"/>
          </p:nvPr>
        </p:nvSpPr>
        <p:spPr>
          <a:xfrm>
            <a:off x="2239700" y="3960657"/>
            <a:ext cx="1139700" cy="8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6" name="Google Shape;256;p30"/>
          <p:cNvSpPr txBox="1"/>
          <p:nvPr>
            <p:ph idx="20" type="subTitle"/>
          </p:nvPr>
        </p:nvSpPr>
        <p:spPr>
          <a:xfrm>
            <a:off x="4021800" y="3960660"/>
            <a:ext cx="1139700" cy="897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7" name="Google Shape;257;p30"/>
          <p:cNvSpPr txBox="1"/>
          <p:nvPr>
            <p:ph idx="21" type="subTitle"/>
          </p:nvPr>
        </p:nvSpPr>
        <p:spPr>
          <a:xfrm>
            <a:off x="5765025" y="3960650"/>
            <a:ext cx="1411200" cy="897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8" name="Google Shape;258;p30"/>
          <p:cNvSpPr txBox="1"/>
          <p:nvPr>
            <p:ph idx="22" type="subTitle"/>
          </p:nvPr>
        </p:nvSpPr>
        <p:spPr>
          <a:xfrm>
            <a:off x="7491550" y="3960657"/>
            <a:ext cx="1139700" cy="774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9" name="Google Shape;259;p30"/>
          <p:cNvSpPr txBox="1"/>
          <p:nvPr>
            <p:ph idx="23" type="subTitle"/>
          </p:nvPr>
        </p:nvSpPr>
        <p:spPr>
          <a:xfrm>
            <a:off x="3875050" y="3104100"/>
            <a:ext cx="15579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1">
  <p:cSld name="CUSTOM_5_1_1_1_4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1"/>
          <p:cNvSpPr/>
          <p:nvPr>
            <p:ph idx="2" type="pic"/>
          </p:nvPr>
        </p:nvSpPr>
        <p:spPr>
          <a:xfrm>
            <a:off x="-1600" y="1969350"/>
            <a:ext cx="9144000" cy="3174600"/>
          </a:xfrm>
          <a:prstGeom prst="snip1Rect">
            <a:avLst>
              <a:gd fmla="val 19548" name="adj"/>
            </a:avLst>
          </a:prstGeom>
          <a:noFill/>
          <a:ln>
            <a:noFill/>
          </a:ln>
        </p:spPr>
      </p:sp>
      <p:sp>
        <p:nvSpPr>
          <p:cNvPr id="262" name="Google Shape;262;p31"/>
          <p:cNvSpPr txBox="1"/>
          <p:nvPr>
            <p:ph type="title"/>
          </p:nvPr>
        </p:nvSpPr>
        <p:spPr>
          <a:xfrm>
            <a:off x="5254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63" name="Google Shape;263;p31"/>
          <p:cNvSpPr txBox="1"/>
          <p:nvPr>
            <p:ph idx="1" type="body"/>
          </p:nvPr>
        </p:nvSpPr>
        <p:spPr>
          <a:xfrm>
            <a:off x="5254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4" name="Google Shape;264;p31"/>
          <p:cNvSpPr txBox="1"/>
          <p:nvPr>
            <p:ph idx="3" type="title"/>
          </p:nvPr>
        </p:nvSpPr>
        <p:spPr>
          <a:xfrm>
            <a:off x="24096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65" name="Google Shape;265;p31"/>
          <p:cNvSpPr txBox="1"/>
          <p:nvPr>
            <p:ph idx="4" type="body"/>
          </p:nvPr>
        </p:nvSpPr>
        <p:spPr>
          <a:xfrm>
            <a:off x="24096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6" name="Google Shape;266;p31"/>
          <p:cNvSpPr txBox="1"/>
          <p:nvPr>
            <p:ph idx="5" type="title"/>
          </p:nvPr>
        </p:nvSpPr>
        <p:spPr>
          <a:xfrm>
            <a:off x="42938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67" name="Google Shape;267;p31"/>
          <p:cNvSpPr txBox="1"/>
          <p:nvPr>
            <p:ph idx="6" type="body"/>
          </p:nvPr>
        </p:nvSpPr>
        <p:spPr>
          <a:xfrm>
            <a:off x="42938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8" name="Google Shape;268;p31"/>
          <p:cNvSpPr txBox="1"/>
          <p:nvPr>
            <p:ph idx="7" type="title"/>
          </p:nvPr>
        </p:nvSpPr>
        <p:spPr>
          <a:xfrm>
            <a:off x="61780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69" name="Google Shape;269;p31"/>
          <p:cNvSpPr txBox="1"/>
          <p:nvPr>
            <p:ph idx="8" type="body"/>
          </p:nvPr>
        </p:nvSpPr>
        <p:spPr>
          <a:xfrm>
            <a:off x="61780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0" name="Google Shape;270;p31"/>
          <p:cNvSpPr txBox="1"/>
          <p:nvPr>
            <p:ph idx="9" type="subTitle"/>
          </p:nvPr>
        </p:nvSpPr>
        <p:spPr>
          <a:xfrm>
            <a:off x="24096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71" name="Google Shape;271;p31"/>
          <p:cNvSpPr txBox="1"/>
          <p:nvPr>
            <p:ph idx="13" type="subTitle"/>
          </p:nvPr>
        </p:nvSpPr>
        <p:spPr>
          <a:xfrm>
            <a:off x="5254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72" name="Google Shape;272;p31"/>
          <p:cNvSpPr txBox="1"/>
          <p:nvPr>
            <p:ph idx="14" type="subTitle"/>
          </p:nvPr>
        </p:nvSpPr>
        <p:spPr>
          <a:xfrm>
            <a:off x="42938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73" name="Google Shape;273;p31"/>
          <p:cNvSpPr txBox="1"/>
          <p:nvPr>
            <p:ph idx="15" type="subTitle"/>
          </p:nvPr>
        </p:nvSpPr>
        <p:spPr>
          <a:xfrm>
            <a:off x="61780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74" name="Google Shape;274;p31"/>
          <p:cNvSpPr txBox="1"/>
          <p:nvPr>
            <p:ph idx="16"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75" name="Google Shape;275;p31"/>
          <p:cNvSpPr txBox="1"/>
          <p:nvPr>
            <p:ph idx="17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4">
  <p:cSld name="CUSTOM_5_1_1_1_1">
    <p:bg>
      <p:bgPr>
        <a:solidFill>
          <a:schemeClr val="lt1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2"/>
          <p:cNvSpPr txBox="1"/>
          <p:nvPr/>
        </p:nvSpPr>
        <p:spPr>
          <a:xfrm>
            <a:off x="8578200" y="4960647"/>
            <a:ext cx="281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" sz="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8" name="Google Shape;278;p32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79" name="Google Shape;279;p32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0" name="Google Shape;280;p32"/>
          <p:cNvSpPr txBox="1"/>
          <p:nvPr>
            <p:ph idx="2" type="title"/>
          </p:nvPr>
        </p:nvSpPr>
        <p:spPr>
          <a:xfrm>
            <a:off x="60260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81" name="Google Shape;281;p32"/>
          <p:cNvSpPr txBox="1"/>
          <p:nvPr>
            <p:ph idx="3" type="body"/>
          </p:nvPr>
        </p:nvSpPr>
        <p:spPr>
          <a:xfrm>
            <a:off x="60260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2" name="Google Shape;282;p32"/>
          <p:cNvSpPr txBox="1"/>
          <p:nvPr>
            <p:ph idx="4" type="title"/>
          </p:nvPr>
        </p:nvSpPr>
        <p:spPr>
          <a:xfrm>
            <a:off x="2253138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83" name="Google Shape;283;p32"/>
          <p:cNvSpPr txBox="1"/>
          <p:nvPr>
            <p:ph idx="5" type="body"/>
          </p:nvPr>
        </p:nvSpPr>
        <p:spPr>
          <a:xfrm>
            <a:off x="2253138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4" name="Google Shape;284;p32"/>
          <p:cNvSpPr txBox="1"/>
          <p:nvPr>
            <p:ph idx="6" type="title"/>
          </p:nvPr>
        </p:nvSpPr>
        <p:spPr>
          <a:xfrm>
            <a:off x="3903575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85" name="Google Shape;285;p32"/>
          <p:cNvSpPr txBox="1"/>
          <p:nvPr>
            <p:ph idx="7" type="body"/>
          </p:nvPr>
        </p:nvSpPr>
        <p:spPr>
          <a:xfrm>
            <a:off x="3903575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6" name="Google Shape;286;p32"/>
          <p:cNvSpPr txBox="1"/>
          <p:nvPr>
            <p:ph idx="8" type="title"/>
          </p:nvPr>
        </p:nvSpPr>
        <p:spPr>
          <a:xfrm>
            <a:off x="555405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87" name="Google Shape;287;p32"/>
          <p:cNvSpPr txBox="1"/>
          <p:nvPr>
            <p:ph idx="9" type="body"/>
          </p:nvPr>
        </p:nvSpPr>
        <p:spPr>
          <a:xfrm>
            <a:off x="555405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8" name="Google Shape;288;p32"/>
          <p:cNvSpPr txBox="1"/>
          <p:nvPr>
            <p:ph idx="13" type="title"/>
          </p:nvPr>
        </p:nvSpPr>
        <p:spPr>
          <a:xfrm>
            <a:off x="720450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89" name="Google Shape;289;p32"/>
          <p:cNvSpPr txBox="1"/>
          <p:nvPr>
            <p:ph idx="14" type="body"/>
          </p:nvPr>
        </p:nvSpPr>
        <p:spPr>
          <a:xfrm>
            <a:off x="720450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3">
    <p:bg>
      <p:bgPr>
        <a:solidFill>
          <a:schemeClr val="accent4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3"/>
          <p:cNvSpPr/>
          <p:nvPr/>
        </p:nvSpPr>
        <p:spPr>
          <a:xfrm>
            <a:off x="0" y="0"/>
            <a:ext cx="55215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92" name="Google Shape;292;p33"/>
          <p:cNvSpPr txBox="1"/>
          <p:nvPr>
            <p:ph idx="1" type="subTitle"/>
          </p:nvPr>
        </p:nvSpPr>
        <p:spPr>
          <a:xfrm>
            <a:off x="462950" y="41990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33"/>
          <p:cNvSpPr txBox="1"/>
          <p:nvPr>
            <p:ph type="title"/>
          </p:nvPr>
        </p:nvSpPr>
        <p:spPr>
          <a:xfrm>
            <a:off x="459325" y="1827800"/>
            <a:ext cx="3977700" cy="61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94" name="Google Shape;294;p33"/>
          <p:cNvSpPr txBox="1"/>
          <p:nvPr>
            <p:ph idx="2" type="title"/>
          </p:nvPr>
        </p:nvSpPr>
        <p:spPr>
          <a:xfrm>
            <a:off x="642250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5" name="Google Shape;295;p33"/>
          <p:cNvSpPr txBox="1"/>
          <p:nvPr>
            <p:ph idx="3" type="title"/>
          </p:nvPr>
        </p:nvSpPr>
        <p:spPr>
          <a:xfrm>
            <a:off x="639625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96" name="Google Shape;296;p33"/>
          <p:cNvSpPr txBox="1"/>
          <p:nvPr>
            <p:ph idx="4" type="title"/>
          </p:nvPr>
        </p:nvSpPr>
        <p:spPr>
          <a:xfrm>
            <a:off x="3222225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7" name="Google Shape;297;p33"/>
          <p:cNvSpPr txBox="1"/>
          <p:nvPr>
            <p:ph idx="5" type="title"/>
          </p:nvPr>
        </p:nvSpPr>
        <p:spPr>
          <a:xfrm>
            <a:off x="3219600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98" name="Google Shape;298;p33"/>
          <p:cNvSpPr txBox="1"/>
          <p:nvPr>
            <p:ph idx="6" type="title"/>
          </p:nvPr>
        </p:nvSpPr>
        <p:spPr>
          <a:xfrm>
            <a:off x="5807450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9" name="Google Shape;299;p33"/>
          <p:cNvSpPr txBox="1"/>
          <p:nvPr>
            <p:ph idx="7" type="title"/>
          </p:nvPr>
        </p:nvSpPr>
        <p:spPr>
          <a:xfrm>
            <a:off x="5804825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00" name="Google Shape;300;p33"/>
          <p:cNvSpPr txBox="1"/>
          <p:nvPr>
            <p:ph idx="8" type="title"/>
          </p:nvPr>
        </p:nvSpPr>
        <p:spPr>
          <a:xfrm>
            <a:off x="459325" y="788000"/>
            <a:ext cx="46482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3">
  <p:cSld name="CUSTOM_5_1_1_1_2">
    <p:bg>
      <p:bgPr>
        <a:solidFill>
          <a:schemeClr val="lt1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4"/>
          <p:cNvSpPr txBox="1"/>
          <p:nvPr/>
        </p:nvSpPr>
        <p:spPr>
          <a:xfrm>
            <a:off x="8578200" y="4960647"/>
            <a:ext cx="281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" sz="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3" name="Google Shape;303;p34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4" name="Google Shape;304;p34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5" name="Google Shape;305;p34"/>
          <p:cNvSpPr txBox="1"/>
          <p:nvPr>
            <p:ph idx="2" type="title"/>
          </p:nvPr>
        </p:nvSpPr>
        <p:spPr>
          <a:xfrm>
            <a:off x="423025" y="2331750"/>
            <a:ext cx="16002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6" name="Google Shape;306;p34"/>
          <p:cNvSpPr txBox="1"/>
          <p:nvPr>
            <p:ph idx="3" type="body"/>
          </p:nvPr>
        </p:nvSpPr>
        <p:spPr>
          <a:xfrm>
            <a:off x="423025" y="2733050"/>
            <a:ext cx="16002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7" name="Google Shape;307;p34"/>
          <p:cNvSpPr txBox="1"/>
          <p:nvPr>
            <p:ph idx="4" type="title"/>
          </p:nvPr>
        </p:nvSpPr>
        <p:spPr>
          <a:xfrm>
            <a:off x="2568575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8" name="Google Shape;308;p34"/>
          <p:cNvSpPr txBox="1"/>
          <p:nvPr>
            <p:ph idx="5" type="body"/>
          </p:nvPr>
        </p:nvSpPr>
        <p:spPr>
          <a:xfrm>
            <a:off x="2568575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9" name="Google Shape;309;p34"/>
          <p:cNvSpPr txBox="1"/>
          <p:nvPr>
            <p:ph idx="6" type="title"/>
          </p:nvPr>
        </p:nvSpPr>
        <p:spPr>
          <a:xfrm>
            <a:off x="4751950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10" name="Google Shape;310;p34"/>
          <p:cNvSpPr txBox="1"/>
          <p:nvPr>
            <p:ph idx="7" type="body"/>
          </p:nvPr>
        </p:nvSpPr>
        <p:spPr>
          <a:xfrm>
            <a:off x="4751950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11" name="Google Shape;311;p34"/>
          <p:cNvSpPr txBox="1"/>
          <p:nvPr>
            <p:ph idx="8" type="title"/>
          </p:nvPr>
        </p:nvSpPr>
        <p:spPr>
          <a:xfrm>
            <a:off x="6909425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12" name="Google Shape;312;p34"/>
          <p:cNvSpPr txBox="1"/>
          <p:nvPr>
            <p:ph idx="9" type="body"/>
          </p:nvPr>
        </p:nvSpPr>
        <p:spPr>
          <a:xfrm>
            <a:off x="6855900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2">
  <p:cSld name="CUSTOM_5_1_1_1_3">
    <p:bg>
      <p:bgPr>
        <a:solidFill>
          <a:schemeClr val="lt1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5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15" name="Google Shape;315;p35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16" name="Google Shape;316;p35"/>
          <p:cNvSpPr txBox="1"/>
          <p:nvPr>
            <p:ph idx="2" type="subTitle"/>
          </p:nvPr>
        </p:nvSpPr>
        <p:spPr>
          <a:xfrm>
            <a:off x="705575" y="2387975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17" name="Google Shape;317;p35"/>
          <p:cNvSpPr txBox="1"/>
          <p:nvPr>
            <p:ph idx="3" type="subTitle"/>
          </p:nvPr>
        </p:nvSpPr>
        <p:spPr>
          <a:xfrm>
            <a:off x="705575" y="2948575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18" name="Google Shape;318;p35"/>
          <p:cNvSpPr txBox="1"/>
          <p:nvPr>
            <p:ph idx="4" type="subTitle"/>
          </p:nvPr>
        </p:nvSpPr>
        <p:spPr>
          <a:xfrm>
            <a:off x="705575" y="3518838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19" name="Google Shape;319;p35"/>
          <p:cNvSpPr txBox="1"/>
          <p:nvPr>
            <p:ph idx="5" type="subTitle"/>
          </p:nvPr>
        </p:nvSpPr>
        <p:spPr>
          <a:xfrm>
            <a:off x="705575" y="4092600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20" name="Google Shape;320;p35"/>
          <p:cNvSpPr txBox="1"/>
          <p:nvPr>
            <p:ph idx="6" type="subTitle"/>
          </p:nvPr>
        </p:nvSpPr>
        <p:spPr>
          <a:xfrm>
            <a:off x="705575" y="4654250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21" name="Google Shape;321;p35"/>
          <p:cNvSpPr txBox="1"/>
          <p:nvPr>
            <p:ph idx="7" type="body"/>
          </p:nvPr>
        </p:nvSpPr>
        <p:spPr>
          <a:xfrm>
            <a:off x="5843600" y="4634675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22" name="Google Shape;322;p35"/>
          <p:cNvSpPr txBox="1"/>
          <p:nvPr>
            <p:ph idx="8" type="body"/>
          </p:nvPr>
        </p:nvSpPr>
        <p:spPr>
          <a:xfrm>
            <a:off x="5843600" y="4088050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23" name="Google Shape;323;p35"/>
          <p:cNvSpPr txBox="1"/>
          <p:nvPr>
            <p:ph idx="9" type="body"/>
          </p:nvPr>
        </p:nvSpPr>
        <p:spPr>
          <a:xfrm>
            <a:off x="5843600" y="3509538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24" name="Google Shape;324;p35"/>
          <p:cNvSpPr txBox="1"/>
          <p:nvPr>
            <p:ph idx="13" type="body"/>
          </p:nvPr>
        </p:nvSpPr>
        <p:spPr>
          <a:xfrm>
            <a:off x="5843600" y="2948725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25" name="Google Shape;325;p35"/>
          <p:cNvSpPr txBox="1"/>
          <p:nvPr>
            <p:ph idx="14" type="title"/>
          </p:nvPr>
        </p:nvSpPr>
        <p:spPr>
          <a:xfrm>
            <a:off x="5235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26" name="Google Shape;326;p35"/>
          <p:cNvSpPr txBox="1"/>
          <p:nvPr>
            <p:ph idx="15" type="title"/>
          </p:nvPr>
        </p:nvSpPr>
        <p:spPr>
          <a:xfrm>
            <a:off x="22278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27" name="Google Shape;327;p35"/>
          <p:cNvSpPr txBox="1"/>
          <p:nvPr>
            <p:ph idx="16" type="title"/>
          </p:nvPr>
        </p:nvSpPr>
        <p:spPr>
          <a:xfrm>
            <a:off x="39321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28" name="Google Shape;328;p35"/>
          <p:cNvSpPr txBox="1"/>
          <p:nvPr>
            <p:ph idx="17" type="title"/>
          </p:nvPr>
        </p:nvSpPr>
        <p:spPr>
          <a:xfrm>
            <a:off x="5845325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29" name="Google Shape;329;p35"/>
          <p:cNvSpPr txBox="1"/>
          <p:nvPr>
            <p:ph idx="18" type="body"/>
          </p:nvPr>
        </p:nvSpPr>
        <p:spPr>
          <a:xfrm>
            <a:off x="3930375" y="4634677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30" name="Google Shape;330;p35"/>
          <p:cNvSpPr txBox="1"/>
          <p:nvPr>
            <p:ph idx="19" type="body"/>
          </p:nvPr>
        </p:nvSpPr>
        <p:spPr>
          <a:xfrm>
            <a:off x="3930375" y="408805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31" name="Google Shape;331;p35"/>
          <p:cNvSpPr txBox="1"/>
          <p:nvPr>
            <p:ph idx="20" type="body"/>
          </p:nvPr>
        </p:nvSpPr>
        <p:spPr>
          <a:xfrm>
            <a:off x="3930375" y="350954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32" name="Google Shape;332;p35"/>
          <p:cNvSpPr txBox="1"/>
          <p:nvPr>
            <p:ph idx="21" type="body"/>
          </p:nvPr>
        </p:nvSpPr>
        <p:spPr>
          <a:xfrm>
            <a:off x="3930375" y="294873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33" name="Google Shape;333;p35"/>
          <p:cNvSpPr txBox="1"/>
          <p:nvPr>
            <p:ph idx="22" type="body"/>
          </p:nvPr>
        </p:nvSpPr>
        <p:spPr>
          <a:xfrm>
            <a:off x="2226950" y="4634675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34" name="Google Shape;334;p35"/>
          <p:cNvSpPr txBox="1"/>
          <p:nvPr>
            <p:ph idx="23" type="body"/>
          </p:nvPr>
        </p:nvSpPr>
        <p:spPr>
          <a:xfrm>
            <a:off x="2226950" y="4088053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35" name="Google Shape;335;p35"/>
          <p:cNvSpPr txBox="1"/>
          <p:nvPr>
            <p:ph idx="24" type="body"/>
          </p:nvPr>
        </p:nvSpPr>
        <p:spPr>
          <a:xfrm>
            <a:off x="2226950" y="3509544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36" name="Google Shape;336;p35"/>
          <p:cNvSpPr txBox="1"/>
          <p:nvPr>
            <p:ph idx="25" type="body"/>
          </p:nvPr>
        </p:nvSpPr>
        <p:spPr>
          <a:xfrm>
            <a:off x="2226950" y="2948734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37" name="Google Shape;337;p35"/>
          <p:cNvSpPr txBox="1"/>
          <p:nvPr>
            <p:ph idx="26" type="body"/>
          </p:nvPr>
        </p:nvSpPr>
        <p:spPr>
          <a:xfrm>
            <a:off x="5843600" y="2388163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38" name="Google Shape;338;p35"/>
          <p:cNvSpPr txBox="1"/>
          <p:nvPr>
            <p:ph idx="27" type="body"/>
          </p:nvPr>
        </p:nvSpPr>
        <p:spPr>
          <a:xfrm>
            <a:off x="3930375" y="238817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39" name="Google Shape;339;p35"/>
          <p:cNvSpPr txBox="1"/>
          <p:nvPr>
            <p:ph idx="28" type="body"/>
          </p:nvPr>
        </p:nvSpPr>
        <p:spPr>
          <a:xfrm>
            <a:off x="2226950" y="2388175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0">
  <p:cSld name="CUSTOM_2_1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6"/>
          <p:cNvSpPr txBox="1"/>
          <p:nvPr>
            <p:ph type="title"/>
          </p:nvPr>
        </p:nvSpPr>
        <p:spPr>
          <a:xfrm>
            <a:off x="5135225" y="2600350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42" name="Google Shape;342;p36"/>
          <p:cNvSpPr txBox="1"/>
          <p:nvPr>
            <p:ph idx="2" type="title"/>
          </p:nvPr>
        </p:nvSpPr>
        <p:spPr>
          <a:xfrm>
            <a:off x="5135225" y="3562743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43" name="Google Shape;343;p36"/>
          <p:cNvSpPr txBox="1"/>
          <p:nvPr>
            <p:ph idx="3" type="title"/>
          </p:nvPr>
        </p:nvSpPr>
        <p:spPr>
          <a:xfrm>
            <a:off x="5135225" y="4500074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44" name="Google Shape;344;p36"/>
          <p:cNvSpPr txBox="1"/>
          <p:nvPr>
            <p:ph idx="4"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45" name="Google Shape;345;p36"/>
          <p:cNvSpPr txBox="1"/>
          <p:nvPr>
            <p:ph idx="1" type="subTitle"/>
          </p:nvPr>
        </p:nvSpPr>
        <p:spPr>
          <a:xfrm>
            <a:off x="446900" y="397650"/>
            <a:ext cx="5344500" cy="309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46" name="Google Shape;346;p36"/>
          <p:cNvSpPr txBox="1"/>
          <p:nvPr>
            <p:ph idx="5" type="body"/>
          </p:nvPr>
        </p:nvSpPr>
        <p:spPr>
          <a:xfrm>
            <a:off x="5761162" y="2472057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47" name="Google Shape;347;p36"/>
          <p:cNvSpPr txBox="1"/>
          <p:nvPr>
            <p:ph idx="6" type="body"/>
          </p:nvPr>
        </p:nvSpPr>
        <p:spPr>
          <a:xfrm>
            <a:off x="5761162" y="3436244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48" name="Google Shape;348;p36"/>
          <p:cNvSpPr txBox="1"/>
          <p:nvPr>
            <p:ph idx="7" type="body"/>
          </p:nvPr>
        </p:nvSpPr>
        <p:spPr>
          <a:xfrm>
            <a:off x="5761162" y="4399826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49" name="Google Shape;349;p36"/>
          <p:cNvSpPr txBox="1"/>
          <p:nvPr>
            <p:ph idx="8" type="body"/>
          </p:nvPr>
        </p:nvSpPr>
        <p:spPr>
          <a:xfrm>
            <a:off x="706399" y="2753996"/>
            <a:ext cx="3288300" cy="1731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1pPr>
            <a:lvl2pPr indent="-3302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2pPr>
            <a:lvl3pPr indent="-3302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3pPr>
            <a:lvl4pPr indent="-3302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4pPr>
            <a:lvl5pPr indent="-3302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5pPr>
            <a:lvl6pPr indent="-3302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6pPr>
            <a:lvl7pPr indent="-3302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7pPr>
            <a:lvl8pPr indent="-3302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8pPr>
            <a:lvl9pPr indent="-3302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2">
    <p:bg>
      <p:bgPr>
        <a:solidFill>
          <a:schemeClr val="lt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7"/>
          <p:cNvSpPr/>
          <p:nvPr/>
        </p:nvSpPr>
        <p:spPr>
          <a:xfrm>
            <a:off x="0" y="1088675"/>
            <a:ext cx="3627900" cy="4054800"/>
          </a:xfrm>
          <a:prstGeom prst="snip1Rect">
            <a:avLst>
              <a:gd fmla="val 10918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52" name="Google Shape;352;p37"/>
          <p:cNvSpPr txBox="1"/>
          <p:nvPr>
            <p:ph type="title"/>
          </p:nvPr>
        </p:nvSpPr>
        <p:spPr>
          <a:xfrm>
            <a:off x="446100" y="396225"/>
            <a:ext cx="5101800" cy="853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53" name="Google Shape;353;p37"/>
          <p:cNvSpPr txBox="1"/>
          <p:nvPr>
            <p:ph idx="1" type="body"/>
          </p:nvPr>
        </p:nvSpPr>
        <p:spPr>
          <a:xfrm>
            <a:off x="3869875" y="1390269"/>
            <a:ext cx="3173400" cy="3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54" name="Google Shape;354;p37"/>
          <p:cNvSpPr txBox="1"/>
          <p:nvPr>
            <p:ph idx="2" type="body"/>
          </p:nvPr>
        </p:nvSpPr>
        <p:spPr>
          <a:xfrm>
            <a:off x="474675" y="1390150"/>
            <a:ext cx="2571300" cy="3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9">
  <p:cSld name="CUSTOM_1">
    <p:bg>
      <p:bgPr>
        <a:solidFill>
          <a:schemeClr val="accent1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8"/>
          <p:cNvSpPr/>
          <p:nvPr/>
        </p:nvSpPr>
        <p:spPr>
          <a:xfrm flipH="1">
            <a:off x="433300" y="-6150"/>
            <a:ext cx="8560200" cy="515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57" name="Google Shape;357;p38"/>
          <p:cNvSpPr/>
          <p:nvPr/>
        </p:nvSpPr>
        <p:spPr>
          <a:xfrm flipH="1">
            <a:off x="433300" y="-2175"/>
            <a:ext cx="8415900" cy="515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58" name="Google Shape;358;p38"/>
          <p:cNvSpPr/>
          <p:nvPr/>
        </p:nvSpPr>
        <p:spPr>
          <a:xfrm flipH="1">
            <a:off x="-10550" y="-6150"/>
            <a:ext cx="8710800" cy="5155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59" name="Google Shape;359;p38"/>
          <p:cNvSpPr txBox="1"/>
          <p:nvPr>
            <p:ph type="title"/>
          </p:nvPr>
        </p:nvSpPr>
        <p:spPr>
          <a:xfrm>
            <a:off x="409625" y="401500"/>
            <a:ext cx="4011600" cy="43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60" name="Google Shape;360;p38"/>
          <p:cNvSpPr txBox="1"/>
          <p:nvPr>
            <p:ph idx="2" type="title"/>
          </p:nvPr>
        </p:nvSpPr>
        <p:spPr>
          <a:xfrm>
            <a:off x="420000" y="860450"/>
            <a:ext cx="35112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61" name="Google Shape;361;p38"/>
          <p:cNvSpPr txBox="1"/>
          <p:nvPr>
            <p:ph idx="3" type="title"/>
          </p:nvPr>
        </p:nvSpPr>
        <p:spPr>
          <a:xfrm>
            <a:off x="5128700" y="38960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62" name="Google Shape;362;p38"/>
          <p:cNvSpPr txBox="1"/>
          <p:nvPr>
            <p:ph idx="1" type="subTitle"/>
          </p:nvPr>
        </p:nvSpPr>
        <p:spPr>
          <a:xfrm>
            <a:off x="7258100" y="38960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63" name="Google Shape;363;p38"/>
          <p:cNvSpPr txBox="1"/>
          <p:nvPr>
            <p:ph idx="4" type="title"/>
          </p:nvPr>
        </p:nvSpPr>
        <p:spPr>
          <a:xfrm>
            <a:off x="5128700" y="28383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64" name="Google Shape;364;p38"/>
          <p:cNvSpPr txBox="1"/>
          <p:nvPr>
            <p:ph idx="5" type="subTitle"/>
          </p:nvPr>
        </p:nvSpPr>
        <p:spPr>
          <a:xfrm>
            <a:off x="7258100" y="28383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65" name="Google Shape;365;p38"/>
          <p:cNvSpPr txBox="1"/>
          <p:nvPr>
            <p:ph idx="6" type="title"/>
          </p:nvPr>
        </p:nvSpPr>
        <p:spPr>
          <a:xfrm>
            <a:off x="5128700" y="18129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66" name="Google Shape;366;p38"/>
          <p:cNvSpPr txBox="1"/>
          <p:nvPr>
            <p:ph idx="7" type="subTitle"/>
          </p:nvPr>
        </p:nvSpPr>
        <p:spPr>
          <a:xfrm>
            <a:off x="7258100" y="18129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67" name="Google Shape;367;p38"/>
          <p:cNvSpPr txBox="1"/>
          <p:nvPr>
            <p:ph idx="8" type="title"/>
          </p:nvPr>
        </p:nvSpPr>
        <p:spPr>
          <a:xfrm>
            <a:off x="5128700" y="838600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68" name="Google Shape;368;p38"/>
          <p:cNvSpPr txBox="1"/>
          <p:nvPr>
            <p:ph idx="9" type="subTitle"/>
          </p:nvPr>
        </p:nvSpPr>
        <p:spPr>
          <a:xfrm>
            <a:off x="7258100" y="838600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1_1">
    <p:bg>
      <p:bgPr>
        <a:solidFill>
          <a:schemeClr val="accent1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9"/>
          <p:cNvSpPr/>
          <p:nvPr/>
        </p:nvSpPr>
        <p:spPr>
          <a:xfrm flipH="1">
            <a:off x="433300" y="0"/>
            <a:ext cx="85602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71" name="Google Shape;371;p39"/>
          <p:cNvSpPr/>
          <p:nvPr/>
        </p:nvSpPr>
        <p:spPr>
          <a:xfrm flipH="1">
            <a:off x="433300" y="0"/>
            <a:ext cx="84159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72" name="Google Shape;372;p39"/>
          <p:cNvSpPr/>
          <p:nvPr/>
        </p:nvSpPr>
        <p:spPr>
          <a:xfrm flipH="1">
            <a:off x="-10550" y="0"/>
            <a:ext cx="87108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73" name="Google Shape;373;p39"/>
          <p:cNvSpPr/>
          <p:nvPr/>
        </p:nvSpPr>
        <p:spPr>
          <a:xfrm>
            <a:off x="1504259" y="3582046"/>
            <a:ext cx="3354000" cy="1037700"/>
          </a:xfrm>
          <a:prstGeom prst="snip1Rect">
            <a:avLst>
              <a:gd fmla="val 24462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74" name="Google Shape;374;p39"/>
          <p:cNvSpPr txBox="1"/>
          <p:nvPr>
            <p:ph type="title"/>
          </p:nvPr>
        </p:nvSpPr>
        <p:spPr>
          <a:xfrm>
            <a:off x="2131600" y="3667325"/>
            <a:ext cx="2026500" cy="3672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375" name="Google Shape;375;p39"/>
          <p:cNvSpPr txBox="1"/>
          <p:nvPr>
            <p:ph idx="1" type="subTitle"/>
          </p:nvPr>
        </p:nvSpPr>
        <p:spPr>
          <a:xfrm>
            <a:off x="1917225" y="4072850"/>
            <a:ext cx="2536500" cy="546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6" name="Google Shape;376;p39"/>
          <p:cNvSpPr/>
          <p:nvPr>
            <p:ph idx="2" type="pic"/>
          </p:nvPr>
        </p:nvSpPr>
        <p:spPr>
          <a:xfrm>
            <a:off x="387475" y="3575855"/>
            <a:ext cx="1309500" cy="10500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77" name="Google Shape;377;p39"/>
          <p:cNvSpPr txBox="1"/>
          <p:nvPr>
            <p:ph idx="3" type="title"/>
          </p:nvPr>
        </p:nvSpPr>
        <p:spPr>
          <a:xfrm>
            <a:off x="409500" y="1578275"/>
            <a:ext cx="33540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8" name="Google Shape;378;p39"/>
          <p:cNvSpPr txBox="1"/>
          <p:nvPr>
            <p:ph idx="4" type="title"/>
          </p:nvPr>
        </p:nvSpPr>
        <p:spPr>
          <a:xfrm>
            <a:off x="409500" y="401500"/>
            <a:ext cx="3748500" cy="1091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3" name="Google Shape;383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8" name="Google Shape;388;p4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3" name="Google Shape;393;p4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4" name="Google Shape;394;p4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99" name="Google Shape;399;p4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3" name="Google Shape;403;p49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4" name="Google Shape;404;p49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5" name="Google Shape;405;p49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6" name="Google Shape;406;p49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7" name="Google Shape;407;p49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8" name="Google Shape;408;p49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1" name="Google Shape;411;p5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2" name="Google Shape;412;p5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5" name="Google Shape;415;p5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6" name="Google Shape;416;p5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7" name="Google Shape;417;p5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8" name="Google Shape;418;p5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1" name="Google Shape;421;p5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2" name="Google Shape;422;p5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3" name="Google Shape;423;p5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4" name="Google Shape;424;p5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5" name="Google Shape;425;p5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6" name="Google Shape;426;p5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9" name="Google Shape;429;p5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0" name="Google Shape;430;p5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1" name="Google Shape;431;p5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2" name="Google Shape;432;p5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3" name="Google Shape;433;p5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4" name="Google Shape;434;p5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5" name="Google Shape;435;p5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6" name="Google Shape;436;p5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9" name="Google Shape;439;p5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2" name="Google Shape;442;p5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5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44" name="Google Shape;444;p5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5" name="Google Shape;445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6" name="Google Shape;446;p5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7" name="Google Shape;447;p5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6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0" name="Google Shape;450;p56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1" name="Google Shape;451;p56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2" name="Google Shape;452;p56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3" name="Google Shape;453;p56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4" name="Google Shape;454;p56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5" name="Google Shape;455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6" name="Google Shape;456;p56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7" name="Google Shape;457;p56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8" name="Google Shape;458;p56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8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3" name="Google Shape;463;p58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4" name="Google Shape;464;p58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5" name="Google Shape;465;p58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6" name="Google Shape;466;p58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7" name="Google Shape;467;p58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8" name="Google Shape;468;p58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9" name="Google Shape;469;p58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58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58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theme" Target="../theme/theme3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84700" y="460250"/>
            <a:ext cx="85746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3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84700" y="12997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2100" lvl="1" marL="914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2100" lvl="2" marL="1371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2100" lvl="3" marL="18288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2100" lvl="4" marL="22860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2100" lvl="5" marL="27432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2100" lvl="6" marL="3200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2100" lvl="7" marL="3657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2100" lvl="8" marL="41148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odv6vN5OSfT3bwdBbZbuIxiviZnksZDU/view" TargetMode="External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oi.org/10.1109/JSEN.2022.3220930" TargetMode="External"/><Relationship Id="rId4" Type="http://schemas.openxmlformats.org/officeDocument/2006/relationships/hyperlink" Target="https://www.who.int/news-room/fact-sheets/detail/spinal-cord-injury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59" title="logo-wh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2125" y="944975"/>
            <a:ext cx="6507100" cy="325355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59"/>
          <p:cNvSpPr txBox="1"/>
          <p:nvPr/>
        </p:nvSpPr>
        <p:spPr>
          <a:xfrm>
            <a:off x="1644638" y="3260227"/>
            <a:ext cx="30369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Alberta Bionix</a:t>
            </a:r>
            <a:endParaRPr sz="2300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60"/>
          <p:cNvSpPr/>
          <p:nvPr/>
        </p:nvSpPr>
        <p:spPr>
          <a:xfrm>
            <a:off x="3486825" y="1159075"/>
            <a:ext cx="2417100" cy="3393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3" name="Google Shape;483;p60"/>
          <p:cNvSpPr/>
          <p:nvPr/>
        </p:nvSpPr>
        <p:spPr>
          <a:xfrm>
            <a:off x="863850" y="1162400"/>
            <a:ext cx="2556900" cy="3393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descr="Spaces to add section titles" id="484" name="Google Shape;484;p60"/>
          <p:cNvSpPr txBox="1"/>
          <p:nvPr>
            <p:ph idx="1" type="subTitle"/>
          </p:nvPr>
        </p:nvSpPr>
        <p:spPr>
          <a:xfrm>
            <a:off x="890263" y="474675"/>
            <a:ext cx="21567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n" sz="3900"/>
              <a:t>Scenario</a:t>
            </a:r>
            <a:endParaRPr b="1" sz="3900"/>
          </a:p>
        </p:txBody>
      </p:sp>
      <p:sp>
        <p:nvSpPr>
          <p:cNvPr descr="Spaces to add section titles" id="485" name="Google Shape;485;p60"/>
          <p:cNvSpPr txBox="1"/>
          <p:nvPr>
            <p:ph idx="1" type="subTitle"/>
          </p:nvPr>
        </p:nvSpPr>
        <p:spPr>
          <a:xfrm>
            <a:off x="1279448" y="1375750"/>
            <a:ext cx="749700" cy="2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n" sz="1800" u="sng">
                <a:solidFill>
                  <a:srgbClr val="FFFFFF"/>
                </a:solidFill>
              </a:rPr>
              <a:t>Jane</a:t>
            </a:r>
            <a:endParaRPr b="1" sz="1800" u="sng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n" sz="1800">
                <a:solidFill>
                  <a:srgbClr val="FFFFFF"/>
                </a:solidFill>
              </a:rPr>
              <a:t> 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descr="Spaces to add section titles" id="486" name="Google Shape;486;p60"/>
          <p:cNvSpPr txBox="1"/>
          <p:nvPr>
            <p:ph idx="1" type="subTitle"/>
          </p:nvPr>
        </p:nvSpPr>
        <p:spPr>
          <a:xfrm>
            <a:off x="1279438" y="1767489"/>
            <a:ext cx="2156700" cy="246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</a:t>
            </a:r>
            <a:r>
              <a:rPr lang="en" sz="13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46</a:t>
            </a:r>
            <a:endParaRPr sz="13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Gender: Female</a:t>
            </a:r>
            <a:endParaRPr sz="13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Location</a:t>
            </a:r>
            <a:r>
              <a:rPr lang="en" sz="13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Vancouver, BC</a:t>
            </a:r>
            <a:endParaRPr sz="13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3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Likes:</a:t>
            </a:r>
            <a:endParaRPr sz="13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Basketball</a:t>
            </a:r>
            <a:endParaRPr sz="13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-Hiking</a:t>
            </a:r>
            <a:endParaRPr sz="13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-Dogs</a:t>
            </a:r>
            <a:endParaRPr sz="13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Dislikes:</a:t>
            </a:r>
            <a:endParaRPr sz="13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Broccoli</a:t>
            </a:r>
            <a:endParaRPr sz="13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-Planes</a:t>
            </a:r>
            <a:endParaRPr sz="13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</a:rPr>
              <a:t>	</a:t>
            </a:r>
            <a:endParaRPr sz="13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descr="Spaces to add section titles" id="487" name="Google Shape;487;p60"/>
          <p:cNvSpPr txBox="1"/>
          <p:nvPr>
            <p:ph idx="1" type="subTitle"/>
          </p:nvPr>
        </p:nvSpPr>
        <p:spPr>
          <a:xfrm>
            <a:off x="3617025" y="1396523"/>
            <a:ext cx="2156700" cy="2120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400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Bio</a:t>
            </a:r>
            <a:endParaRPr b="1" i="1" sz="1400" u="sng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Jane has spent most of her life being a Veterinarian. A year ago, she had a ischemic stroke causing her to lose some of her vital motor movement functions. Despite the physical limitations she has found happiness in watching soap operas and reading.</a:t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200">
              <a:solidFill>
                <a:srgbClr val="FFFFFF"/>
              </a:solidFill>
            </a:endParaRPr>
          </a:p>
        </p:txBody>
      </p:sp>
      <p:pic>
        <p:nvPicPr>
          <p:cNvPr id="488" name="Google Shape;488;p60" title="jan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5925" y="59627"/>
            <a:ext cx="1874575" cy="5024250"/>
          </a:xfrm>
          <a:prstGeom prst="rect">
            <a:avLst/>
          </a:prstGeom>
          <a:noFill/>
          <a:ln>
            <a:noFill/>
          </a:ln>
          <a:effectLst>
            <a:outerShdw rotWithShape="0" algn="bl" dir="9960000" dist="28575">
              <a:srgbClr val="FFFFFF"/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61"/>
          <p:cNvSpPr txBox="1"/>
          <p:nvPr/>
        </p:nvSpPr>
        <p:spPr>
          <a:xfrm>
            <a:off x="311575" y="242275"/>
            <a:ext cx="8417700" cy="5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rPr>
              <a:t>Millions of Others Like Jane</a:t>
            </a:r>
            <a:endParaRPr sz="3000">
              <a:solidFill>
                <a:schemeClr val="accent4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94" name="Google Shape;494;p61"/>
          <p:cNvSpPr txBox="1"/>
          <p:nvPr/>
        </p:nvSpPr>
        <p:spPr>
          <a:xfrm>
            <a:off x="134475" y="894550"/>
            <a:ext cx="5864700" cy="37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Lato"/>
              <a:buChar char="●"/>
            </a:pPr>
            <a:r>
              <a:rPr b="1" i="1" lang="en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~15 million</a:t>
            </a:r>
            <a:r>
              <a:rPr lang="en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people yearly are affected by stroke worldwide </a:t>
            </a: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B7B7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(5 million become permanently affected) [1]</a:t>
            </a:r>
            <a:endParaRPr sz="18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only strokes:</a:t>
            </a: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rgbClr val="CCCC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Traumatic Brain Injury (TBI) → 49 million in 2019 [2] </a:t>
            </a:r>
            <a:endParaRPr sz="1800">
              <a:solidFill>
                <a:srgbClr val="CCCC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rgbClr val="CCCC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Spinal Cord Injury (SCI) →  15 million as of 2024 [3]</a:t>
            </a:r>
            <a:endParaRPr sz="1800">
              <a:solidFill>
                <a:srgbClr val="CCCC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rgbClr val="CCCC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Amyotrophic lateral sclerosis (ALS) → 1 in 400 lifetime risk [4]</a:t>
            </a:r>
            <a:endParaRPr sz="1800">
              <a:solidFill>
                <a:srgbClr val="CCCC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Times New Roman"/>
              <a:buChar char="-"/>
            </a:pPr>
            <a:r>
              <a:rPr lang="en" sz="1800">
                <a:solidFill>
                  <a:srgbClr val="CCCC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Ataxia  →  1 in 50,000 people [5]</a:t>
            </a:r>
            <a:endParaRPr sz="1800">
              <a:solidFill>
                <a:srgbClr val="CCCC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CCC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B7B7B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95" name="Google Shape;495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3625" y="745488"/>
            <a:ext cx="2456226" cy="1557024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endPos="30000" fadeDir="5400012" kx="0" rotWithShape="0" algn="bl" stA="70000" stPos="0" sy="-100000" ky="0"/>
          </a:effectLst>
        </p:spPr>
      </p:pic>
      <p:pic>
        <p:nvPicPr>
          <p:cNvPr id="496" name="Google Shape;496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3626" y="2851925"/>
            <a:ext cx="2456227" cy="1535148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endPos="30000" fadeDir="5400012" kx="0" rotWithShape="0" algn="bl" stA="70000" stPos="0" sy="-100000" ky="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62"/>
          <p:cNvSpPr/>
          <p:nvPr/>
        </p:nvSpPr>
        <p:spPr>
          <a:xfrm>
            <a:off x="875975" y="1034800"/>
            <a:ext cx="7597500" cy="30816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descr="Spaces to add section titles" id="502" name="Google Shape;502;p62"/>
          <p:cNvSpPr txBox="1"/>
          <p:nvPr>
            <p:ph idx="1" type="subTitle"/>
          </p:nvPr>
        </p:nvSpPr>
        <p:spPr>
          <a:xfrm>
            <a:off x="1187500" y="1524000"/>
            <a:ext cx="5889900" cy="500700"/>
          </a:xfrm>
          <a:prstGeom prst="rect">
            <a:avLst/>
          </a:prstGeom>
        </p:spPr>
        <p:txBody>
          <a:bodyPr anchorCtr="0" anchor="t" bIns="90225" lIns="90225" spcFirstLastPara="1" rIns="90225" wrap="square" tIns="902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87"/>
              <a:buNone/>
            </a:pPr>
            <a:r>
              <a:rPr b="1" lang="en" sz="2668" u="sng"/>
              <a:t>What is </a:t>
            </a:r>
            <a:r>
              <a:rPr b="1" i="1" lang="en" sz="2668" u="sng"/>
              <a:t>NeuroMotion</a:t>
            </a:r>
            <a:r>
              <a:rPr b="1" lang="en" sz="2668" u="sng"/>
              <a:t>?</a:t>
            </a:r>
            <a:endParaRPr b="1" sz="2668" u="sng"/>
          </a:p>
        </p:txBody>
      </p:sp>
      <p:sp>
        <p:nvSpPr>
          <p:cNvPr descr="Spaces to add section titles" id="503" name="Google Shape;503;p62"/>
          <p:cNvSpPr txBox="1"/>
          <p:nvPr>
            <p:ph idx="1" type="subTitle"/>
          </p:nvPr>
        </p:nvSpPr>
        <p:spPr>
          <a:xfrm>
            <a:off x="1965875" y="2181346"/>
            <a:ext cx="5889900" cy="1262700"/>
          </a:xfrm>
          <a:prstGeom prst="rect">
            <a:avLst/>
          </a:prstGeom>
        </p:spPr>
        <p:txBody>
          <a:bodyPr anchorCtr="0" anchor="t" bIns="90225" lIns="90225" spcFirstLastPara="1" rIns="90225" wrap="square" tIns="902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7"/>
              <a:buNone/>
            </a:pPr>
            <a:r>
              <a:rPr b="1" lang="en" sz="1878">
                <a:solidFill>
                  <a:srgbClr val="FFFFFF"/>
                </a:solidFill>
              </a:rPr>
              <a:t>A tool that captures EEG motor imagery signals and uses them to display the user’s intended movement</a:t>
            </a:r>
            <a:endParaRPr b="1" sz="1878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paces to add section titles" id="508" name="Google Shape;508;p63"/>
          <p:cNvSpPr txBox="1"/>
          <p:nvPr>
            <p:ph idx="1" type="subTitle"/>
          </p:nvPr>
        </p:nvSpPr>
        <p:spPr>
          <a:xfrm>
            <a:off x="4539526" y="368527"/>
            <a:ext cx="2282700" cy="597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n" sz="2600"/>
              <a:t>PROCESS</a:t>
            </a:r>
            <a:endParaRPr b="1" sz="2600"/>
          </a:p>
        </p:txBody>
      </p:sp>
      <p:sp>
        <p:nvSpPr>
          <p:cNvPr descr="Shape where the section titles go" id="509" name="Google Shape;509;p63"/>
          <p:cNvSpPr/>
          <p:nvPr/>
        </p:nvSpPr>
        <p:spPr>
          <a:xfrm flipH="1">
            <a:off x="474825" y="997425"/>
            <a:ext cx="2730300" cy="4146300"/>
          </a:xfrm>
          <a:prstGeom prst="snip1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descr="Shape where the section titles go" id="510" name="Google Shape;510;p63"/>
          <p:cNvSpPr/>
          <p:nvPr/>
        </p:nvSpPr>
        <p:spPr>
          <a:xfrm flipH="1">
            <a:off x="3205350" y="997425"/>
            <a:ext cx="2730300" cy="4146300"/>
          </a:xfrm>
          <a:prstGeom prst="snip1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descr="Shape where the section titles go" id="511" name="Google Shape;511;p63"/>
          <p:cNvSpPr/>
          <p:nvPr/>
        </p:nvSpPr>
        <p:spPr>
          <a:xfrm flipH="1">
            <a:off x="5935875" y="997425"/>
            <a:ext cx="2730300" cy="4146300"/>
          </a:xfrm>
          <a:prstGeom prst="snip1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descr="User biography" id="512" name="Google Shape;512;p63"/>
          <p:cNvSpPr txBox="1"/>
          <p:nvPr>
            <p:ph idx="1" type="subTitle"/>
          </p:nvPr>
        </p:nvSpPr>
        <p:spPr>
          <a:xfrm>
            <a:off x="474675" y="1175175"/>
            <a:ext cx="2730300" cy="25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</a:rPr>
              <a:t>1.</a:t>
            </a:r>
            <a:r>
              <a:rPr lang="en" sz="2000">
                <a:solidFill>
                  <a:srgbClr val="FFFFFF"/>
                </a:solidFill>
              </a:rPr>
              <a:t>Read</a:t>
            </a:r>
            <a:endParaRPr sz="2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User biography" id="513" name="Google Shape;513;p63"/>
          <p:cNvSpPr txBox="1"/>
          <p:nvPr>
            <p:ph idx="2" type="subTitle"/>
          </p:nvPr>
        </p:nvSpPr>
        <p:spPr>
          <a:xfrm>
            <a:off x="535175" y="1637275"/>
            <a:ext cx="2576400" cy="1390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Capture raw EEG’s 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using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OpenBCI headset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Apply filtering and preprocessing to the EEG data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User biography" id="514" name="Google Shape;514;p63"/>
          <p:cNvSpPr txBox="1"/>
          <p:nvPr>
            <p:ph idx="1" type="subTitle"/>
          </p:nvPr>
        </p:nvSpPr>
        <p:spPr>
          <a:xfrm>
            <a:off x="3205350" y="1175400"/>
            <a:ext cx="2730300" cy="25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000">
                <a:solidFill>
                  <a:srgbClr val="FFFFFF"/>
                </a:solidFill>
              </a:rPr>
              <a:t>2.Predict</a:t>
            </a:r>
            <a:endParaRPr sz="20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User biography" id="515" name="Google Shape;515;p63"/>
          <p:cNvSpPr txBox="1"/>
          <p:nvPr>
            <p:ph idx="2" type="subTitle"/>
          </p:nvPr>
        </p:nvSpPr>
        <p:spPr>
          <a:xfrm>
            <a:off x="3353125" y="1637275"/>
            <a:ext cx="2341200" cy="1390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Feed processed data into machine learning model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Classifies/predicts imagined movement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User biography" id="516" name="Google Shape;516;p63"/>
          <p:cNvSpPr txBox="1"/>
          <p:nvPr>
            <p:ph idx="1" type="subTitle"/>
          </p:nvPr>
        </p:nvSpPr>
        <p:spPr>
          <a:xfrm>
            <a:off x="5935975" y="1175175"/>
            <a:ext cx="2730300" cy="25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000">
                <a:solidFill>
                  <a:srgbClr val="FFFFFF"/>
                </a:solidFill>
              </a:rPr>
              <a:t>3.Display</a:t>
            </a:r>
            <a:endParaRPr sz="20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User biography" id="517" name="Google Shape;517;p63"/>
          <p:cNvSpPr txBox="1"/>
          <p:nvPr>
            <p:ph idx="2" type="subTitle"/>
          </p:nvPr>
        </p:nvSpPr>
        <p:spPr>
          <a:xfrm>
            <a:off x="6029425" y="1637275"/>
            <a:ext cx="2576400" cy="1390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Display intended movement on Graphical User Interface (GUI) for user feedback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8" name="Google Shape;518;p63"/>
          <p:cNvPicPr preferRelativeResize="0"/>
          <p:nvPr/>
        </p:nvPicPr>
        <p:blipFill rotWithShape="1">
          <a:blip r:embed="rId3">
            <a:alphaModFix/>
          </a:blip>
          <a:srcRect b="0" l="13264" r="12798" t="23704"/>
          <a:stretch/>
        </p:blipFill>
        <p:spPr>
          <a:xfrm>
            <a:off x="6074275" y="3066900"/>
            <a:ext cx="2453477" cy="1495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63" title="logo-whit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84146" y="148718"/>
            <a:ext cx="1422025" cy="71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63"/>
          <p:cNvPicPr preferRelativeResize="0"/>
          <p:nvPr/>
        </p:nvPicPr>
        <p:blipFill rotWithShape="1">
          <a:blip r:embed="rId5">
            <a:alphaModFix/>
          </a:blip>
          <a:srcRect b="0" l="0" r="23236" t="0"/>
          <a:stretch/>
        </p:blipFill>
        <p:spPr>
          <a:xfrm>
            <a:off x="3429150" y="3066901"/>
            <a:ext cx="2282699" cy="1835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6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62773" y="3401435"/>
            <a:ext cx="1321201" cy="1456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4"/>
          <p:cNvSpPr txBox="1"/>
          <p:nvPr>
            <p:ph idx="2" type="title"/>
          </p:nvPr>
        </p:nvSpPr>
        <p:spPr>
          <a:xfrm>
            <a:off x="948750" y="930950"/>
            <a:ext cx="7311300" cy="315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Video Demo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2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27" name="Google Shape;527;p64" title="eegdemovide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3175" y="1360850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65"/>
          <p:cNvSpPr/>
          <p:nvPr/>
        </p:nvSpPr>
        <p:spPr>
          <a:xfrm>
            <a:off x="464250" y="1671375"/>
            <a:ext cx="2751000" cy="3481800"/>
          </a:xfrm>
          <a:prstGeom prst="snip1Rect">
            <a:avLst>
              <a:gd fmla="val 767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33" name="Google Shape;533;p65"/>
          <p:cNvSpPr/>
          <p:nvPr/>
        </p:nvSpPr>
        <p:spPr>
          <a:xfrm>
            <a:off x="3205800" y="1671375"/>
            <a:ext cx="2740500" cy="3481800"/>
          </a:xfrm>
          <a:prstGeom prst="snip1Rect">
            <a:avLst>
              <a:gd fmla="val 791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34" name="Google Shape;534;p65"/>
          <p:cNvSpPr/>
          <p:nvPr/>
        </p:nvSpPr>
        <p:spPr>
          <a:xfrm>
            <a:off x="5956138" y="2342625"/>
            <a:ext cx="2740500" cy="2810400"/>
          </a:xfrm>
          <a:prstGeom prst="snip1Rect">
            <a:avLst>
              <a:gd fmla="val 781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35" name="Google Shape;535;p65"/>
          <p:cNvSpPr txBox="1"/>
          <p:nvPr>
            <p:ph idx="7" type="title"/>
          </p:nvPr>
        </p:nvSpPr>
        <p:spPr>
          <a:xfrm>
            <a:off x="464259" y="703375"/>
            <a:ext cx="6815400" cy="1038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n">
                <a:solidFill>
                  <a:schemeClr val="accent4"/>
                </a:solidFill>
              </a:rPr>
              <a:t>Further Applications 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536" name="Google Shape;536;p65"/>
          <p:cNvSpPr txBox="1"/>
          <p:nvPr>
            <p:ph idx="2" type="title"/>
          </p:nvPr>
        </p:nvSpPr>
        <p:spPr>
          <a:xfrm>
            <a:off x="715800" y="1946625"/>
            <a:ext cx="2247900" cy="57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FFFFFF"/>
                </a:solidFill>
              </a:rPr>
              <a:t>Assistive Technology </a:t>
            </a:r>
            <a:endParaRPr b="1" sz="1600">
              <a:solidFill>
                <a:srgbClr val="FFFFFF"/>
              </a:solidFill>
            </a:endParaRPr>
          </a:p>
        </p:txBody>
      </p:sp>
      <p:sp>
        <p:nvSpPr>
          <p:cNvPr id="537" name="Google Shape;537;p65"/>
          <p:cNvSpPr txBox="1"/>
          <p:nvPr>
            <p:ph idx="4" type="title"/>
          </p:nvPr>
        </p:nvSpPr>
        <p:spPr>
          <a:xfrm>
            <a:off x="723450" y="2635325"/>
            <a:ext cx="2247900" cy="169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200"/>
              <a:t>The system can help them interact with devices or control assistive technologies through thought-based commands</a:t>
            </a:r>
            <a:endParaRPr sz="1200"/>
          </a:p>
        </p:txBody>
      </p:sp>
      <p:sp>
        <p:nvSpPr>
          <p:cNvPr id="538" name="Google Shape;538;p65"/>
          <p:cNvSpPr txBox="1"/>
          <p:nvPr>
            <p:ph idx="2" type="title"/>
          </p:nvPr>
        </p:nvSpPr>
        <p:spPr>
          <a:xfrm>
            <a:off x="3461750" y="1901100"/>
            <a:ext cx="2247900" cy="57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FFFFFF"/>
                </a:solidFill>
              </a:rPr>
              <a:t>Neurorehabilitation and FES</a:t>
            </a:r>
            <a:endParaRPr b="1" sz="1600">
              <a:solidFill>
                <a:srgbClr val="FFFFFF"/>
              </a:solidFill>
            </a:endParaRPr>
          </a:p>
        </p:txBody>
      </p:sp>
      <p:sp>
        <p:nvSpPr>
          <p:cNvPr id="539" name="Google Shape;539;p65"/>
          <p:cNvSpPr txBox="1"/>
          <p:nvPr>
            <p:ph idx="4" type="title"/>
          </p:nvPr>
        </p:nvSpPr>
        <p:spPr>
          <a:xfrm>
            <a:off x="3461750" y="2635325"/>
            <a:ext cx="2247900" cy="118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200"/>
              <a:t>Those recovering from strokes, spinal cord injuries, or neuromuscular disorders can use EEG motor imagery feedback for rehabilitation and brain retraining.</a:t>
            </a:r>
            <a:endParaRPr sz="1200"/>
          </a:p>
        </p:txBody>
      </p:sp>
      <p:sp>
        <p:nvSpPr>
          <p:cNvPr id="540" name="Google Shape;540;p65"/>
          <p:cNvSpPr/>
          <p:nvPr/>
        </p:nvSpPr>
        <p:spPr>
          <a:xfrm>
            <a:off x="5957350" y="1671575"/>
            <a:ext cx="2751000" cy="3481800"/>
          </a:xfrm>
          <a:prstGeom prst="snip1Rect">
            <a:avLst>
              <a:gd fmla="val 767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41" name="Google Shape;541;p65"/>
          <p:cNvSpPr txBox="1"/>
          <p:nvPr>
            <p:ph idx="2" type="title"/>
          </p:nvPr>
        </p:nvSpPr>
        <p:spPr>
          <a:xfrm>
            <a:off x="6207700" y="1901100"/>
            <a:ext cx="2247900" cy="57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FFFFFF"/>
                </a:solidFill>
              </a:rPr>
              <a:t>Researchers and Clinicians</a:t>
            </a:r>
            <a:endParaRPr b="1" sz="1600">
              <a:solidFill>
                <a:srgbClr val="FFFFFF"/>
              </a:solidFill>
            </a:endParaRPr>
          </a:p>
        </p:txBody>
      </p:sp>
      <p:sp>
        <p:nvSpPr>
          <p:cNvPr id="542" name="Google Shape;542;p65"/>
          <p:cNvSpPr txBox="1"/>
          <p:nvPr>
            <p:ph idx="4" type="title"/>
          </p:nvPr>
        </p:nvSpPr>
        <p:spPr>
          <a:xfrm>
            <a:off x="6180750" y="2635325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200"/>
              <a:t>Gain affordable access to real-time brain signal tracking for studying motor cortex activity and brain–computer interface (BCI) applications.	</a:t>
            </a:r>
            <a:endParaRPr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6"/>
          <p:cNvSpPr txBox="1"/>
          <p:nvPr>
            <p:ph type="title"/>
          </p:nvPr>
        </p:nvSpPr>
        <p:spPr>
          <a:xfrm>
            <a:off x="816125" y="1353725"/>
            <a:ext cx="7212300" cy="321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[1]H. Yang, J. Wan, Y. Jin, X. Yu, and Y. Fang, “EEG- and EMG-Driven Poststroke Rehabilitation: A Review,” </a:t>
            </a:r>
            <a:r>
              <a:rPr i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IEEE Sensors Journal</a:t>
            </a:r>
            <a:r>
              <a:rPr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vol. 22, no. 24, pp. 23649–23660, Dec. 2022, doi: </a:t>
            </a:r>
            <a:r>
              <a:rPr lang="en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https://doi.org/10.1109/JSEN.2022.3220930</a:t>
            </a:r>
            <a:r>
              <a:rPr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[2]B. Guan, D. Anderson, L. Chen, S. Feng, and H. Zhou, “Global, regional and national burden of traumatic brain injury and spinal cord injury, 1990–2019: a systematic analysis for the Global Burden of Disease Study 2019,” </a:t>
            </a:r>
            <a:r>
              <a:rPr i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BMJ Open</a:t>
            </a:r>
            <a:r>
              <a:rPr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vol. 13, no. 10, pp. e075049–e075049, Oct. 2023, doi: https://doi.org/10.1136/bmjopen-2023-075049.</a:t>
            </a:r>
            <a:endParaRPr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[3]World Health Organization, “Spinal Cord Injury,” </a:t>
            </a:r>
            <a:r>
              <a:rPr i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World Health Organization</a:t>
            </a:r>
            <a:r>
              <a:rPr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Apr. 16, 2024. </a:t>
            </a:r>
            <a:r>
              <a:rPr lang="en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https://www.who.int/news-room/fact-sheets/detail/spinal-cord-injury</a:t>
            </a:r>
            <a:endParaRPr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[4]“ALS Therapy Development Institute,” </a:t>
            </a:r>
            <a:r>
              <a:rPr i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ALS Therapy Development Institute</a:t>
            </a:r>
            <a:r>
              <a:rPr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2017. https://www.als.net/what-is-als/?gad_source=1&amp;gad_campaignid=20278958829&amp;gbraid=0AAAAAD1Cxd-A7uWSnRnbJNZLPJNe9vlH6&amp;gclid=CjwKCAiAt8bIBhBpEiwAzH1w6Z58zAOSWMOVwO4Nat906EZsdE7URN-0ZwI6ACsszyVmwUmmuVo-mBoCKH4QAvD_BwE (accessed Nov. 10, 2025).</a:t>
            </a:r>
            <a:endParaRPr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[5] NHS Choices, “Types - Ataxia,” </a:t>
            </a:r>
            <a:r>
              <a:rPr i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NHS</a:t>
            </a:r>
            <a:r>
              <a:rPr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2019. https://www.nhs.uk/conditions/ataxia/symptoms/</a:t>
            </a:r>
            <a:endParaRPr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‌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‌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2C3E50"/>
              </a:solidFill>
              <a:highlight>
                <a:srgbClr val="FEF1C4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2C3E50"/>
              </a:solidFill>
              <a:highlight>
                <a:srgbClr val="FEF1C4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66"/>
          <p:cNvSpPr txBox="1"/>
          <p:nvPr>
            <p:ph idx="2" type="title"/>
          </p:nvPr>
        </p:nvSpPr>
        <p:spPr>
          <a:xfrm>
            <a:off x="948750" y="930950"/>
            <a:ext cx="7311300" cy="315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ides Pitch 2024">
  <a:themeElements>
    <a:clrScheme name="Google Colours">
      <a:dk1>
        <a:srgbClr val="000000"/>
      </a:dk1>
      <a:lt1>
        <a:srgbClr val="182A43"/>
      </a:lt1>
      <a:dk2>
        <a:srgbClr val="253851"/>
      </a:dk2>
      <a:lt2>
        <a:srgbClr val="364D6C"/>
      </a:lt2>
      <a:accent1>
        <a:srgbClr val="4F6887"/>
      </a:accent1>
      <a:accent2>
        <a:srgbClr val="6C87A6"/>
      </a:accent2>
      <a:accent3>
        <a:srgbClr val="86A3C3"/>
      </a:accent3>
      <a:accent4>
        <a:srgbClr val="97C5EF"/>
      </a:accent4>
      <a:accent5>
        <a:srgbClr val="A7D4FF"/>
      </a:accent5>
      <a:accent6>
        <a:srgbClr val="BEDEFF"/>
      </a:accent6>
      <a:hlink>
        <a:srgbClr val="FFFF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